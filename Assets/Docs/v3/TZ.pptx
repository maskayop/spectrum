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7273"/>
    <a:srgbClr val="D06C33"/>
    <a:srgbClr val="C470A4"/>
    <a:srgbClr val="989388"/>
    <a:srgbClr val="888682"/>
    <a:srgbClr val="7E7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EF0C4F-1B40-409A-9B15-D725FFEE52EB}" v="152" dt="2025-08-29T07:11:20.5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ur Akhmetshin" userId="1fc69c46315d9e5a" providerId="LiveId" clId="{A0EF0C4F-1B40-409A-9B15-D725FFEE52EB}"/>
    <pc:docChg chg="undo custSel addSld delSld modSld sldOrd">
      <pc:chgData name="Timur Akhmetshin" userId="1fc69c46315d9e5a" providerId="LiveId" clId="{A0EF0C4F-1B40-409A-9B15-D725FFEE52EB}" dt="2025-08-29T07:12:18.800" v="1418" actId="13926"/>
      <pc:docMkLst>
        <pc:docMk/>
      </pc:docMkLst>
      <pc:sldChg chg="addSp delSp modSp new mod delAnim modAnim">
        <pc:chgData name="Timur Akhmetshin" userId="1fc69c46315d9e5a" providerId="LiveId" clId="{A0EF0C4F-1B40-409A-9B15-D725FFEE52EB}" dt="2025-08-08T18:37:09.304" v="109" actId="1076"/>
        <pc:sldMkLst>
          <pc:docMk/>
          <pc:sldMk cId="2700140296" sldId="256"/>
        </pc:sldMkLst>
        <pc:spChg chg="add mod">
          <ac:chgData name="Timur Akhmetshin" userId="1fc69c46315d9e5a" providerId="LiveId" clId="{A0EF0C4F-1B40-409A-9B15-D725FFEE52EB}" dt="2025-08-08T17:59:53.364" v="102" actId="1076"/>
          <ac:spMkLst>
            <pc:docMk/>
            <pc:sldMk cId="2700140296" sldId="256"/>
            <ac:spMk id="11" creationId="{C581E187-35EB-1C92-77FA-BEC6ADF20E25}"/>
          </ac:spMkLst>
        </pc:spChg>
        <pc:spChg chg="add mod">
          <ac:chgData name="Timur Akhmetshin" userId="1fc69c46315d9e5a" providerId="LiveId" clId="{A0EF0C4F-1B40-409A-9B15-D725FFEE52EB}" dt="2025-08-08T17:59:56.460" v="103" actId="1076"/>
          <ac:spMkLst>
            <pc:docMk/>
            <pc:sldMk cId="2700140296" sldId="256"/>
            <ac:spMk id="12" creationId="{925A956D-E1F4-E8DD-A287-C3B6D620F374}"/>
          </ac:spMkLst>
        </pc:spChg>
        <pc:picChg chg="add mod">
          <ac:chgData name="Timur Akhmetshin" userId="1fc69c46315d9e5a" providerId="LiveId" clId="{A0EF0C4F-1B40-409A-9B15-D725FFEE52EB}" dt="2025-08-08T17:33:26.454" v="93" actId="14100"/>
          <ac:picMkLst>
            <pc:docMk/>
            <pc:sldMk cId="2700140296" sldId="256"/>
            <ac:picMk id="5" creationId="{81F0D0B7-DA4C-47DF-86A2-B928D024979E}"/>
          </ac:picMkLst>
        </pc:picChg>
        <pc:picChg chg="add mod">
          <ac:chgData name="Timur Akhmetshin" userId="1fc69c46315d9e5a" providerId="LiveId" clId="{A0EF0C4F-1B40-409A-9B15-D725FFEE52EB}" dt="2025-08-08T17:55:16.059" v="96" actId="1076"/>
          <ac:picMkLst>
            <pc:docMk/>
            <pc:sldMk cId="2700140296" sldId="256"/>
            <ac:picMk id="7" creationId="{6EA3B6B6-AD11-4672-5D90-2373DABB4439}"/>
          </ac:picMkLst>
        </pc:picChg>
        <pc:picChg chg="add mod">
          <ac:chgData name="Timur Akhmetshin" userId="1fc69c46315d9e5a" providerId="LiveId" clId="{A0EF0C4F-1B40-409A-9B15-D725FFEE52EB}" dt="2025-08-08T18:14:43.117" v="107" actId="1076"/>
          <ac:picMkLst>
            <pc:docMk/>
            <pc:sldMk cId="2700140296" sldId="256"/>
            <ac:picMk id="10" creationId="{7B1FC74E-4A1B-9FA9-415D-3344B0BC14AA}"/>
          </ac:picMkLst>
        </pc:picChg>
        <pc:picChg chg="add mod">
          <ac:chgData name="Timur Akhmetshin" userId="1fc69c46315d9e5a" providerId="LiveId" clId="{A0EF0C4F-1B40-409A-9B15-D725FFEE52EB}" dt="2025-08-08T18:37:09.304" v="109" actId="1076"/>
          <ac:picMkLst>
            <pc:docMk/>
            <pc:sldMk cId="2700140296" sldId="256"/>
            <ac:picMk id="14" creationId="{9A4A2B34-25C4-2C5D-98E1-7819F34C6DBD}"/>
          </ac:picMkLst>
        </pc:picChg>
      </pc:sldChg>
      <pc:sldChg chg="addSp delSp modSp new mod">
        <pc:chgData name="Timur Akhmetshin" userId="1fc69c46315d9e5a" providerId="LiveId" clId="{A0EF0C4F-1B40-409A-9B15-D725FFEE52EB}" dt="2025-08-18T14:52:01.450" v="1182" actId="14100"/>
        <pc:sldMkLst>
          <pc:docMk/>
          <pc:sldMk cId="1391787032" sldId="257"/>
        </pc:sldMkLst>
        <pc:spChg chg="add mod ord">
          <ac:chgData name="Timur Akhmetshin" userId="1fc69c46315d9e5a" providerId="LiveId" clId="{A0EF0C4F-1B40-409A-9B15-D725FFEE52EB}" dt="2025-08-15T18:27:00.742" v="791" actId="1076"/>
          <ac:spMkLst>
            <pc:docMk/>
            <pc:sldMk cId="1391787032" sldId="257"/>
            <ac:spMk id="8" creationId="{AB4B7CDC-D3FA-DD91-9BEC-FF93ED67BBA2}"/>
          </ac:spMkLst>
        </pc:spChg>
        <pc:spChg chg="add mod">
          <ac:chgData name="Timur Akhmetshin" userId="1fc69c46315d9e5a" providerId="LiveId" clId="{A0EF0C4F-1B40-409A-9B15-D725FFEE52EB}" dt="2025-08-15T17:34:01.767" v="124" actId="207"/>
          <ac:spMkLst>
            <pc:docMk/>
            <pc:sldMk cId="1391787032" sldId="257"/>
            <ac:spMk id="9" creationId="{C9BBFA16-131D-AC11-5CAA-B9955A1D7BCA}"/>
          </ac:spMkLst>
        </pc:spChg>
        <pc:spChg chg="add mod">
          <ac:chgData name="Timur Akhmetshin" userId="1fc69c46315d9e5a" providerId="LiveId" clId="{A0EF0C4F-1B40-409A-9B15-D725FFEE52EB}" dt="2025-08-15T19:08:30.617" v="1066" actId="1076"/>
          <ac:spMkLst>
            <pc:docMk/>
            <pc:sldMk cId="1391787032" sldId="257"/>
            <ac:spMk id="14" creationId="{6FC548C3-1D22-FAD3-F4E9-ADFB034C1F6D}"/>
          </ac:spMkLst>
        </pc:spChg>
        <pc:spChg chg="add mod ord">
          <ac:chgData name="Timur Akhmetshin" userId="1fc69c46315d9e5a" providerId="LiveId" clId="{A0EF0C4F-1B40-409A-9B15-D725FFEE52EB}" dt="2025-08-15T18:59:54.492" v="991" actId="166"/>
          <ac:spMkLst>
            <pc:docMk/>
            <pc:sldMk cId="1391787032" sldId="257"/>
            <ac:spMk id="15" creationId="{C99D1B38-91FB-C4ED-B0BF-91486BA65B75}"/>
          </ac:spMkLst>
        </pc:spChg>
        <pc:spChg chg="add mod ord">
          <ac:chgData name="Timur Akhmetshin" userId="1fc69c46315d9e5a" providerId="LiveId" clId="{A0EF0C4F-1B40-409A-9B15-D725FFEE52EB}" dt="2025-08-15T18:04:00.439" v="618" actId="207"/>
          <ac:spMkLst>
            <pc:docMk/>
            <pc:sldMk cId="1391787032" sldId="257"/>
            <ac:spMk id="16" creationId="{CADF8980-D7D9-EB7E-A318-945AAE36A817}"/>
          </ac:spMkLst>
        </pc:spChg>
        <pc:spChg chg="add mod">
          <ac:chgData name="Timur Akhmetshin" userId="1fc69c46315d9e5a" providerId="LiveId" clId="{A0EF0C4F-1B40-409A-9B15-D725FFEE52EB}" dt="2025-08-15T18:12:45.070" v="700" actId="1076"/>
          <ac:spMkLst>
            <pc:docMk/>
            <pc:sldMk cId="1391787032" sldId="257"/>
            <ac:spMk id="17" creationId="{E44A701D-38B2-94B6-93F8-59125E12435F}"/>
          </ac:spMkLst>
        </pc:spChg>
        <pc:spChg chg="add mod">
          <ac:chgData name="Timur Akhmetshin" userId="1fc69c46315d9e5a" providerId="LiveId" clId="{A0EF0C4F-1B40-409A-9B15-D725FFEE52EB}" dt="2025-08-15T18:12:41.900" v="699" actId="1076"/>
          <ac:spMkLst>
            <pc:docMk/>
            <pc:sldMk cId="1391787032" sldId="257"/>
            <ac:spMk id="18" creationId="{AD982D23-1592-4197-A927-A836B4F1C2D4}"/>
          </ac:spMkLst>
        </pc:spChg>
        <pc:spChg chg="add mod">
          <ac:chgData name="Timur Akhmetshin" userId="1fc69c46315d9e5a" providerId="LiveId" clId="{A0EF0C4F-1B40-409A-9B15-D725FFEE52EB}" dt="2025-08-15T18:04:49.726" v="628" actId="1076"/>
          <ac:spMkLst>
            <pc:docMk/>
            <pc:sldMk cId="1391787032" sldId="257"/>
            <ac:spMk id="22" creationId="{2D83B774-9782-6DCB-5A8E-22F1805F4FF6}"/>
          </ac:spMkLst>
        </pc:spChg>
        <pc:spChg chg="add mod">
          <ac:chgData name="Timur Akhmetshin" userId="1fc69c46315d9e5a" providerId="LiveId" clId="{A0EF0C4F-1B40-409A-9B15-D725FFEE52EB}" dt="2025-08-15T18:09:42.714" v="662" actId="1076"/>
          <ac:spMkLst>
            <pc:docMk/>
            <pc:sldMk cId="1391787032" sldId="257"/>
            <ac:spMk id="27" creationId="{8CB083DB-EC17-EBB2-120C-21FBE6ABC65A}"/>
          </ac:spMkLst>
        </pc:spChg>
        <pc:spChg chg="add mod">
          <ac:chgData name="Timur Akhmetshin" userId="1fc69c46315d9e5a" providerId="LiveId" clId="{A0EF0C4F-1B40-409A-9B15-D725FFEE52EB}" dt="2025-08-15T18:09:52.879" v="666" actId="20577"/>
          <ac:spMkLst>
            <pc:docMk/>
            <pc:sldMk cId="1391787032" sldId="257"/>
            <ac:spMk id="45" creationId="{F49B8949-AE92-A084-F2C0-578E11D3B61D}"/>
          </ac:spMkLst>
        </pc:spChg>
        <pc:spChg chg="add mod">
          <ac:chgData name="Timur Akhmetshin" userId="1fc69c46315d9e5a" providerId="LiveId" clId="{A0EF0C4F-1B40-409A-9B15-D725FFEE52EB}" dt="2025-08-15T18:10:49.619" v="680" actId="20577"/>
          <ac:spMkLst>
            <pc:docMk/>
            <pc:sldMk cId="1391787032" sldId="257"/>
            <ac:spMk id="58" creationId="{81AE0A39-D09B-C45B-B1B8-DBC79837627E}"/>
          </ac:spMkLst>
        </pc:spChg>
        <pc:spChg chg="add mod">
          <ac:chgData name="Timur Akhmetshin" userId="1fc69c46315d9e5a" providerId="LiveId" clId="{A0EF0C4F-1B40-409A-9B15-D725FFEE52EB}" dt="2025-08-15T18:12:25.277" v="694" actId="14100"/>
          <ac:spMkLst>
            <pc:docMk/>
            <pc:sldMk cId="1391787032" sldId="257"/>
            <ac:spMk id="60" creationId="{B20B867F-2AEA-0D2E-63E2-89931F1C93E1}"/>
          </ac:spMkLst>
        </pc:spChg>
        <pc:spChg chg="add mod">
          <ac:chgData name="Timur Akhmetshin" userId="1fc69c46315d9e5a" providerId="LiveId" clId="{A0EF0C4F-1B40-409A-9B15-D725FFEE52EB}" dt="2025-08-15T18:12:36.727" v="698" actId="14100"/>
          <ac:spMkLst>
            <pc:docMk/>
            <pc:sldMk cId="1391787032" sldId="257"/>
            <ac:spMk id="61" creationId="{06C2AD44-E22E-1E02-8F75-28B0E401BD2D}"/>
          </ac:spMkLst>
        </pc:spChg>
        <pc:spChg chg="add mod">
          <ac:chgData name="Timur Akhmetshin" userId="1fc69c46315d9e5a" providerId="LiveId" clId="{A0EF0C4F-1B40-409A-9B15-D725FFEE52EB}" dt="2025-08-15T18:20:19.646" v="747" actId="1076"/>
          <ac:spMkLst>
            <pc:docMk/>
            <pc:sldMk cId="1391787032" sldId="257"/>
            <ac:spMk id="64" creationId="{DF5FD6D3-748D-816A-CA0A-BDEAE8E3DE14}"/>
          </ac:spMkLst>
        </pc:spChg>
        <pc:spChg chg="add mod">
          <ac:chgData name="Timur Akhmetshin" userId="1fc69c46315d9e5a" providerId="LiveId" clId="{A0EF0C4F-1B40-409A-9B15-D725FFEE52EB}" dt="2025-08-15T19:13:01.591" v="1122" actId="1076"/>
          <ac:spMkLst>
            <pc:docMk/>
            <pc:sldMk cId="1391787032" sldId="257"/>
            <ac:spMk id="65" creationId="{F474FFCC-DECE-C24E-7264-3C5FC8B5A468}"/>
          </ac:spMkLst>
        </pc:spChg>
        <pc:spChg chg="add del mod">
          <ac:chgData name="Timur Akhmetshin" userId="1fc69c46315d9e5a" providerId="LiveId" clId="{A0EF0C4F-1B40-409A-9B15-D725FFEE52EB}" dt="2025-08-15T18:31:11.619" v="849" actId="1076"/>
          <ac:spMkLst>
            <pc:docMk/>
            <pc:sldMk cId="1391787032" sldId="257"/>
            <ac:spMk id="73" creationId="{AACBB41F-C7C5-E8A1-9E55-3B3ECA50EA84}"/>
          </ac:spMkLst>
        </pc:spChg>
        <pc:spChg chg="add mod">
          <ac:chgData name="Timur Akhmetshin" userId="1fc69c46315d9e5a" providerId="LiveId" clId="{A0EF0C4F-1B40-409A-9B15-D725FFEE52EB}" dt="2025-08-15T18:28:45.397" v="817" actId="1076"/>
          <ac:spMkLst>
            <pc:docMk/>
            <pc:sldMk cId="1391787032" sldId="257"/>
            <ac:spMk id="77" creationId="{55AA3D9B-070F-E4B8-29FC-08B2A06E0BCF}"/>
          </ac:spMkLst>
        </pc:spChg>
        <pc:spChg chg="add mod">
          <ac:chgData name="Timur Akhmetshin" userId="1fc69c46315d9e5a" providerId="LiveId" clId="{A0EF0C4F-1B40-409A-9B15-D725FFEE52EB}" dt="2025-08-15T19:08:29.484" v="1064" actId="1076"/>
          <ac:spMkLst>
            <pc:docMk/>
            <pc:sldMk cId="1391787032" sldId="257"/>
            <ac:spMk id="78" creationId="{D64621BD-CC45-5F54-39B5-9138FED406B1}"/>
          </ac:spMkLst>
        </pc:spChg>
        <pc:spChg chg="add mod">
          <ac:chgData name="Timur Akhmetshin" userId="1fc69c46315d9e5a" providerId="LiveId" clId="{A0EF0C4F-1B40-409A-9B15-D725FFEE52EB}" dt="2025-08-15T18:31:29.485" v="855" actId="1076"/>
          <ac:spMkLst>
            <pc:docMk/>
            <pc:sldMk cId="1391787032" sldId="257"/>
            <ac:spMk id="81" creationId="{76433D94-3A04-F56E-149B-F0E10F5EF502}"/>
          </ac:spMkLst>
        </pc:spChg>
        <pc:spChg chg="add mod">
          <ac:chgData name="Timur Akhmetshin" userId="1fc69c46315d9e5a" providerId="LiveId" clId="{A0EF0C4F-1B40-409A-9B15-D725FFEE52EB}" dt="2025-08-15T18:32:50.541" v="865" actId="6549"/>
          <ac:spMkLst>
            <pc:docMk/>
            <pc:sldMk cId="1391787032" sldId="257"/>
            <ac:spMk id="83" creationId="{2C5CE8CA-1947-DB4A-A2F6-BE3046694DE7}"/>
          </ac:spMkLst>
        </pc:spChg>
        <pc:spChg chg="add mod">
          <ac:chgData name="Timur Akhmetshin" userId="1fc69c46315d9e5a" providerId="LiveId" clId="{A0EF0C4F-1B40-409A-9B15-D725FFEE52EB}" dt="2025-08-15T18:36:18.001" v="882" actId="1076"/>
          <ac:spMkLst>
            <pc:docMk/>
            <pc:sldMk cId="1391787032" sldId="257"/>
            <ac:spMk id="90" creationId="{5D052ABF-87D7-7D66-679E-928E6AF00949}"/>
          </ac:spMkLst>
        </pc:spChg>
        <pc:spChg chg="add mod">
          <ac:chgData name="Timur Akhmetshin" userId="1fc69c46315d9e5a" providerId="LiveId" clId="{A0EF0C4F-1B40-409A-9B15-D725FFEE52EB}" dt="2025-08-15T18:36:53.252" v="891" actId="20577"/>
          <ac:spMkLst>
            <pc:docMk/>
            <pc:sldMk cId="1391787032" sldId="257"/>
            <ac:spMk id="95" creationId="{A58860A3-7A0D-C250-9940-F42CEF42FBAD}"/>
          </ac:spMkLst>
        </pc:spChg>
        <pc:spChg chg="add mod ord">
          <ac:chgData name="Timur Akhmetshin" userId="1fc69c46315d9e5a" providerId="LiveId" clId="{A0EF0C4F-1B40-409A-9B15-D725FFEE52EB}" dt="2025-08-15T19:05:32.772" v="1044" actId="166"/>
          <ac:spMkLst>
            <pc:docMk/>
            <pc:sldMk cId="1391787032" sldId="257"/>
            <ac:spMk id="99" creationId="{815B76B5-8AD1-ECBB-5CCA-91282924888D}"/>
          </ac:spMkLst>
        </pc:spChg>
        <pc:spChg chg="add mod">
          <ac:chgData name="Timur Akhmetshin" userId="1fc69c46315d9e5a" providerId="LiveId" clId="{A0EF0C4F-1B40-409A-9B15-D725FFEE52EB}" dt="2025-08-15T18:52:29.887" v="948" actId="20577"/>
          <ac:spMkLst>
            <pc:docMk/>
            <pc:sldMk cId="1391787032" sldId="257"/>
            <ac:spMk id="102" creationId="{165C409C-6378-E3D6-0402-BD42904CF9FE}"/>
          </ac:spMkLst>
        </pc:spChg>
        <pc:spChg chg="add mod">
          <ac:chgData name="Timur Akhmetshin" userId="1fc69c46315d9e5a" providerId="LiveId" clId="{A0EF0C4F-1B40-409A-9B15-D725FFEE52EB}" dt="2025-08-15T19:00:21.002" v="1002" actId="1076"/>
          <ac:spMkLst>
            <pc:docMk/>
            <pc:sldMk cId="1391787032" sldId="257"/>
            <ac:spMk id="103" creationId="{309F50C0-81A0-A54A-E693-731CA179DD30}"/>
          </ac:spMkLst>
        </pc:spChg>
        <pc:spChg chg="add mod">
          <ac:chgData name="Timur Akhmetshin" userId="1fc69c46315d9e5a" providerId="LiveId" clId="{A0EF0C4F-1B40-409A-9B15-D725FFEE52EB}" dt="2025-08-15T19:00:16.993" v="1001" actId="1076"/>
          <ac:spMkLst>
            <pc:docMk/>
            <pc:sldMk cId="1391787032" sldId="257"/>
            <ac:spMk id="104" creationId="{2E5AB67A-536F-2F96-DCB1-B0CB08DF42D9}"/>
          </ac:spMkLst>
        </pc:spChg>
        <pc:spChg chg="add mod ord">
          <ac:chgData name="Timur Akhmetshin" userId="1fc69c46315d9e5a" providerId="LiveId" clId="{A0EF0C4F-1B40-409A-9B15-D725FFEE52EB}" dt="2025-08-15T18:59:14.111" v="984" actId="1076"/>
          <ac:spMkLst>
            <pc:docMk/>
            <pc:sldMk cId="1391787032" sldId="257"/>
            <ac:spMk id="105" creationId="{632F383C-F6F2-96E8-76C1-A220E5809AF0}"/>
          </ac:spMkLst>
        </pc:spChg>
        <pc:spChg chg="add mod">
          <ac:chgData name="Timur Akhmetshin" userId="1fc69c46315d9e5a" providerId="LiveId" clId="{A0EF0C4F-1B40-409A-9B15-D725FFEE52EB}" dt="2025-08-15T19:06:13.476" v="1061" actId="207"/>
          <ac:spMkLst>
            <pc:docMk/>
            <pc:sldMk cId="1391787032" sldId="257"/>
            <ac:spMk id="112" creationId="{02A7C0FD-0916-1A40-D0CF-2A8E034B2766}"/>
          </ac:spMkLst>
        </pc:spChg>
        <pc:spChg chg="add mod">
          <ac:chgData name="Timur Akhmetshin" userId="1fc69c46315d9e5a" providerId="LiveId" clId="{A0EF0C4F-1B40-409A-9B15-D725FFEE52EB}" dt="2025-08-15T19:06:05.289" v="1060" actId="1076"/>
          <ac:spMkLst>
            <pc:docMk/>
            <pc:sldMk cId="1391787032" sldId="257"/>
            <ac:spMk id="113" creationId="{A4A63C83-93F9-346E-DEF2-2D2E65B25A3B}"/>
          </ac:spMkLst>
        </pc:spChg>
        <pc:spChg chg="add mod">
          <ac:chgData name="Timur Akhmetshin" userId="1fc69c46315d9e5a" providerId="LiveId" clId="{A0EF0C4F-1B40-409A-9B15-D725FFEE52EB}" dt="2025-08-15T19:05:52.189" v="1052" actId="14100"/>
          <ac:spMkLst>
            <pc:docMk/>
            <pc:sldMk cId="1391787032" sldId="257"/>
            <ac:spMk id="114" creationId="{FEDD3B9E-93A6-B609-C60D-C38B8DD702E2}"/>
          </ac:spMkLst>
        </pc:spChg>
        <pc:spChg chg="add mod">
          <ac:chgData name="Timur Akhmetshin" userId="1fc69c46315d9e5a" providerId="LiveId" clId="{A0EF0C4F-1B40-409A-9B15-D725FFEE52EB}" dt="2025-08-15T19:38:38.413" v="1170" actId="14100"/>
          <ac:spMkLst>
            <pc:docMk/>
            <pc:sldMk cId="1391787032" sldId="257"/>
            <ac:spMk id="118" creationId="{C763814D-D4CE-4C6B-C882-150019DDFCA3}"/>
          </ac:spMkLst>
        </pc:spChg>
        <pc:spChg chg="add mod">
          <ac:chgData name="Timur Akhmetshin" userId="1fc69c46315d9e5a" providerId="LiveId" clId="{A0EF0C4F-1B40-409A-9B15-D725FFEE52EB}" dt="2025-08-15T19:53:40.183" v="1175" actId="207"/>
          <ac:spMkLst>
            <pc:docMk/>
            <pc:sldMk cId="1391787032" sldId="257"/>
            <ac:spMk id="120" creationId="{4179EBBB-C2F7-BF5F-719E-3AE15CE7F77D}"/>
          </ac:spMkLst>
        </pc:spChg>
        <pc:picChg chg="add mod ord">
          <ac:chgData name="Timur Akhmetshin" userId="1fc69c46315d9e5a" providerId="LiveId" clId="{A0EF0C4F-1B40-409A-9B15-D725FFEE52EB}" dt="2025-08-18T14:52:01.450" v="1182" actId="14100"/>
          <ac:picMkLst>
            <pc:docMk/>
            <pc:sldMk cId="1391787032" sldId="257"/>
            <ac:picMk id="4" creationId="{996CA699-F745-4ECA-85B9-DF657F4E3DFD}"/>
          </ac:picMkLst>
        </pc:picChg>
        <pc:picChg chg="add mod ord">
          <ac:chgData name="Timur Akhmetshin" userId="1fc69c46315d9e5a" providerId="LiveId" clId="{A0EF0C4F-1B40-409A-9B15-D725FFEE52EB}" dt="2025-08-15T17:43:43.233" v="485" actId="1076"/>
          <ac:picMkLst>
            <pc:docMk/>
            <pc:sldMk cId="1391787032" sldId="257"/>
            <ac:picMk id="6" creationId="{E63203B9-F32D-40C4-F86E-E6E0E64F8C93}"/>
          </ac:picMkLst>
        </pc:picChg>
        <pc:picChg chg="add mod ord modCrop">
          <ac:chgData name="Timur Akhmetshin" userId="1fc69c46315d9e5a" providerId="LiveId" clId="{A0EF0C4F-1B40-409A-9B15-D725FFEE52EB}" dt="2025-08-15T18:48:30.846" v="916" actId="1076"/>
          <ac:picMkLst>
            <pc:docMk/>
            <pc:sldMk cId="1391787032" sldId="257"/>
            <ac:picMk id="10" creationId="{7C5C607E-572F-EBB8-5E54-49BB5F158C39}"/>
          </ac:picMkLst>
        </pc:picChg>
        <pc:picChg chg="add mod ord">
          <ac:chgData name="Timur Akhmetshin" userId="1fc69c46315d9e5a" providerId="LiveId" clId="{A0EF0C4F-1B40-409A-9B15-D725FFEE52EB}" dt="2025-08-15T17:59:55.954" v="591" actId="1076"/>
          <ac:picMkLst>
            <pc:docMk/>
            <pc:sldMk cId="1391787032" sldId="257"/>
            <ac:picMk id="13" creationId="{78A460F3-064F-4D57-17C8-FDAE47C9FC47}"/>
          </ac:picMkLst>
        </pc:picChg>
        <pc:picChg chg="add mod modCrop">
          <ac:chgData name="Timur Akhmetshin" userId="1fc69c46315d9e5a" providerId="LiveId" clId="{A0EF0C4F-1B40-409A-9B15-D725FFEE52EB}" dt="2025-08-15T18:17:14.928" v="724" actId="1076"/>
          <ac:picMkLst>
            <pc:docMk/>
            <pc:sldMk cId="1391787032" sldId="257"/>
            <ac:picMk id="24" creationId="{39D03A47-EA5A-AA80-C753-CF6FF582BCCE}"/>
          </ac:picMkLst>
        </pc:picChg>
        <pc:picChg chg="add del mod modCrop">
          <ac:chgData name="Timur Akhmetshin" userId="1fc69c46315d9e5a" providerId="LiveId" clId="{A0EF0C4F-1B40-409A-9B15-D725FFEE52EB}" dt="2025-08-15T18:27:49.654" v="799" actId="732"/>
          <ac:picMkLst>
            <pc:docMk/>
            <pc:sldMk cId="1391787032" sldId="257"/>
            <ac:picMk id="59" creationId="{1825DF20-4BDD-8EDC-6A94-456BD90A7FC1}"/>
          </ac:picMkLst>
        </pc:picChg>
        <pc:picChg chg="add mod modCrop">
          <ac:chgData name="Timur Akhmetshin" userId="1fc69c46315d9e5a" providerId="LiveId" clId="{A0EF0C4F-1B40-409A-9B15-D725FFEE52EB}" dt="2025-08-15T18:29:32.228" v="839" actId="1076"/>
          <ac:picMkLst>
            <pc:docMk/>
            <pc:sldMk cId="1391787032" sldId="257"/>
            <ac:picMk id="62" creationId="{7DCF1C18-BF5E-A4B1-953E-6BFE9381ED47}"/>
          </ac:picMkLst>
        </pc:picChg>
        <pc:picChg chg="add mod">
          <ac:chgData name="Timur Akhmetshin" userId="1fc69c46315d9e5a" providerId="LiveId" clId="{A0EF0C4F-1B40-409A-9B15-D725FFEE52EB}" dt="2025-08-15T18:29:30.179" v="838" actId="1076"/>
          <ac:picMkLst>
            <pc:docMk/>
            <pc:sldMk cId="1391787032" sldId="257"/>
            <ac:picMk id="63" creationId="{3AD75AAF-F6AF-86A5-EA30-3C1796F89543}"/>
          </ac:picMkLst>
        </pc:picChg>
        <pc:picChg chg="add mod">
          <ac:chgData name="Timur Akhmetshin" userId="1fc69c46315d9e5a" providerId="LiveId" clId="{A0EF0C4F-1B40-409A-9B15-D725FFEE52EB}" dt="2025-08-15T18:50:43.571" v="940" actId="1076"/>
          <ac:picMkLst>
            <pc:docMk/>
            <pc:sldMk cId="1391787032" sldId="257"/>
            <ac:picMk id="69" creationId="{6F3EAF5C-77A5-6525-4CAC-FBD8DD079F5E}"/>
          </ac:picMkLst>
        </pc:picChg>
        <pc:picChg chg="add mod">
          <ac:chgData name="Timur Akhmetshin" userId="1fc69c46315d9e5a" providerId="LiveId" clId="{A0EF0C4F-1B40-409A-9B15-D725FFEE52EB}" dt="2025-08-15T18:50:47.017" v="941" actId="1076"/>
          <ac:picMkLst>
            <pc:docMk/>
            <pc:sldMk cId="1391787032" sldId="257"/>
            <ac:picMk id="70" creationId="{666644E1-89DC-1741-B7BB-4356C05DD00C}"/>
          </ac:picMkLst>
        </pc:picChg>
        <pc:picChg chg="add mod">
          <ac:chgData name="Timur Akhmetshin" userId="1fc69c46315d9e5a" providerId="LiveId" clId="{A0EF0C4F-1B40-409A-9B15-D725FFEE52EB}" dt="2025-08-15T18:22:01.019" v="762" actId="1076"/>
          <ac:picMkLst>
            <pc:docMk/>
            <pc:sldMk cId="1391787032" sldId="257"/>
            <ac:picMk id="71" creationId="{F3BB692E-90BF-C655-3FF0-0CBAAB625AE1}"/>
          </ac:picMkLst>
        </pc:picChg>
        <pc:picChg chg="add mod">
          <ac:chgData name="Timur Akhmetshin" userId="1fc69c46315d9e5a" providerId="LiveId" clId="{A0EF0C4F-1B40-409A-9B15-D725FFEE52EB}" dt="2025-08-15T18:22:05.670" v="764" actId="1076"/>
          <ac:picMkLst>
            <pc:docMk/>
            <pc:sldMk cId="1391787032" sldId="257"/>
            <ac:picMk id="72" creationId="{89F0AAF3-3225-EA2A-B4A9-863256D04A1E}"/>
          </ac:picMkLst>
        </pc:picChg>
        <pc:picChg chg="add mod modCrop">
          <ac:chgData name="Timur Akhmetshin" userId="1fc69c46315d9e5a" providerId="LiveId" clId="{A0EF0C4F-1B40-409A-9B15-D725FFEE52EB}" dt="2025-08-15T18:27:59.419" v="800" actId="732"/>
          <ac:picMkLst>
            <pc:docMk/>
            <pc:sldMk cId="1391787032" sldId="257"/>
            <ac:picMk id="76" creationId="{27D88300-FA06-3C03-4CF4-F2E986AD3B42}"/>
          </ac:picMkLst>
        </pc:picChg>
        <pc:picChg chg="add mod">
          <ac:chgData name="Timur Akhmetshin" userId="1fc69c46315d9e5a" providerId="LiveId" clId="{A0EF0C4F-1B40-409A-9B15-D725FFEE52EB}" dt="2025-08-15T18:52:13.865" v="944" actId="1076"/>
          <ac:picMkLst>
            <pc:docMk/>
            <pc:sldMk cId="1391787032" sldId="257"/>
            <ac:picMk id="101" creationId="{980621E9-D957-D3D1-F275-5AA7B4EBA3EE}"/>
          </ac:picMkLst>
        </pc:picChg>
        <pc:cxnChg chg="add">
          <ac:chgData name="Timur Akhmetshin" userId="1fc69c46315d9e5a" providerId="LiveId" clId="{A0EF0C4F-1B40-409A-9B15-D725FFEE52EB}" dt="2025-08-15T18:06:36.086" v="633" actId="11529"/>
          <ac:cxnSpMkLst>
            <pc:docMk/>
            <pc:sldMk cId="1391787032" sldId="257"/>
            <ac:cxnSpMk id="26" creationId="{3C3F6246-416C-B480-4621-9AF64F51F40E}"/>
          </ac:cxnSpMkLst>
        </pc:cxnChg>
        <pc:cxnChg chg="add mod">
          <ac:chgData name="Timur Akhmetshin" userId="1fc69c46315d9e5a" providerId="LiveId" clId="{A0EF0C4F-1B40-409A-9B15-D725FFEE52EB}" dt="2025-08-15T18:07:52.776" v="652" actId="14100"/>
          <ac:cxnSpMkLst>
            <pc:docMk/>
            <pc:sldMk cId="1391787032" sldId="257"/>
            <ac:cxnSpMk id="29" creationId="{871B0640-E26D-0FDC-9FE0-7614D5110266}"/>
          </ac:cxnSpMkLst>
        </pc:cxnChg>
        <pc:cxnChg chg="add mod">
          <ac:chgData name="Timur Akhmetshin" userId="1fc69c46315d9e5a" providerId="LiveId" clId="{A0EF0C4F-1B40-409A-9B15-D725FFEE52EB}" dt="2025-08-15T18:07:44.683" v="649" actId="1076"/>
          <ac:cxnSpMkLst>
            <pc:docMk/>
            <pc:sldMk cId="1391787032" sldId="257"/>
            <ac:cxnSpMk id="33" creationId="{9591D01D-6CE0-D042-6E30-C606B3F1C96B}"/>
          </ac:cxnSpMkLst>
        </pc:cxnChg>
        <pc:cxnChg chg="add mod">
          <ac:chgData name="Timur Akhmetshin" userId="1fc69c46315d9e5a" providerId="LiveId" clId="{A0EF0C4F-1B40-409A-9B15-D725FFEE52EB}" dt="2025-08-15T18:07:56.318" v="654" actId="1076"/>
          <ac:cxnSpMkLst>
            <pc:docMk/>
            <pc:sldMk cId="1391787032" sldId="257"/>
            <ac:cxnSpMk id="36" creationId="{59DEAF20-92E5-F26B-E986-63EBDB709FA9}"/>
          </ac:cxnSpMkLst>
        </pc:cxnChg>
        <pc:cxnChg chg="add mod">
          <ac:chgData name="Timur Akhmetshin" userId="1fc69c46315d9e5a" providerId="LiveId" clId="{A0EF0C4F-1B40-409A-9B15-D725FFEE52EB}" dt="2025-08-15T18:09:14.183" v="655"/>
          <ac:cxnSpMkLst>
            <pc:docMk/>
            <pc:sldMk cId="1391787032" sldId="257"/>
            <ac:cxnSpMk id="37" creationId="{F54071A9-18CE-02F9-8BC6-3D7A99BF917C}"/>
          </ac:cxnSpMkLst>
        </pc:cxnChg>
        <pc:cxnChg chg="add mod">
          <ac:chgData name="Timur Akhmetshin" userId="1fc69c46315d9e5a" providerId="LiveId" clId="{A0EF0C4F-1B40-409A-9B15-D725FFEE52EB}" dt="2025-08-15T18:09:14.183" v="655"/>
          <ac:cxnSpMkLst>
            <pc:docMk/>
            <pc:sldMk cId="1391787032" sldId="257"/>
            <ac:cxnSpMk id="38" creationId="{A4E1CE33-FF30-5AA5-E6E5-CB029D406B6F}"/>
          </ac:cxnSpMkLst>
        </pc:cxnChg>
        <pc:cxnChg chg="add mod">
          <ac:chgData name="Timur Akhmetshin" userId="1fc69c46315d9e5a" providerId="LiveId" clId="{A0EF0C4F-1B40-409A-9B15-D725FFEE52EB}" dt="2025-08-15T18:09:14.183" v="655"/>
          <ac:cxnSpMkLst>
            <pc:docMk/>
            <pc:sldMk cId="1391787032" sldId="257"/>
            <ac:cxnSpMk id="39" creationId="{4B1C36C2-EE20-D66A-2525-BCE0D4FA0240}"/>
          </ac:cxnSpMkLst>
        </pc:cxnChg>
        <pc:cxnChg chg="add mod">
          <ac:chgData name="Timur Akhmetshin" userId="1fc69c46315d9e5a" providerId="LiveId" clId="{A0EF0C4F-1B40-409A-9B15-D725FFEE52EB}" dt="2025-08-15T18:09:14.183" v="655"/>
          <ac:cxnSpMkLst>
            <pc:docMk/>
            <pc:sldMk cId="1391787032" sldId="257"/>
            <ac:cxnSpMk id="40" creationId="{67AB6377-0ED7-BC5D-48CC-8579DFD86BCD}"/>
          </ac:cxnSpMkLst>
        </pc:cxnChg>
        <pc:cxnChg chg="add mod">
          <ac:chgData name="Timur Akhmetshin" userId="1fc69c46315d9e5a" providerId="LiveId" clId="{A0EF0C4F-1B40-409A-9B15-D725FFEE52EB}" dt="2025-08-15T18:09:21.780" v="657" actId="1076"/>
          <ac:cxnSpMkLst>
            <pc:docMk/>
            <pc:sldMk cId="1391787032" sldId="257"/>
            <ac:cxnSpMk id="41" creationId="{E5DF2908-1F4E-9EA1-F613-FA879641AFB0}"/>
          </ac:cxnSpMkLst>
        </pc:cxnChg>
        <pc:cxnChg chg="add mod">
          <ac:chgData name="Timur Akhmetshin" userId="1fc69c46315d9e5a" providerId="LiveId" clId="{A0EF0C4F-1B40-409A-9B15-D725FFEE52EB}" dt="2025-08-15T18:09:21.780" v="657" actId="1076"/>
          <ac:cxnSpMkLst>
            <pc:docMk/>
            <pc:sldMk cId="1391787032" sldId="257"/>
            <ac:cxnSpMk id="42" creationId="{296F6CCA-D013-1095-537D-E44A62C95F1A}"/>
          </ac:cxnSpMkLst>
        </pc:cxnChg>
        <pc:cxnChg chg="add mod">
          <ac:chgData name="Timur Akhmetshin" userId="1fc69c46315d9e5a" providerId="LiveId" clId="{A0EF0C4F-1B40-409A-9B15-D725FFEE52EB}" dt="2025-08-15T18:09:21.780" v="657" actId="1076"/>
          <ac:cxnSpMkLst>
            <pc:docMk/>
            <pc:sldMk cId="1391787032" sldId="257"/>
            <ac:cxnSpMk id="43" creationId="{B040D4E6-B03A-2369-5F24-72B60175E0CC}"/>
          </ac:cxnSpMkLst>
        </pc:cxnChg>
        <pc:cxnChg chg="add mod">
          <ac:chgData name="Timur Akhmetshin" userId="1fc69c46315d9e5a" providerId="LiveId" clId="{A0EF0C4F-1B40-409A-9B15-D725FFEE52EB}" dt="2025-08-15T18:09:21.780" v="657" actId="1076"/>
          <ac:cxnSpMkLst>
            <pc:docMk/>
            <pc:sldMk cId="1391787032" sldId="257"/>
            <ac:cxnSpMk id="44" creationId="{7D6E6FE4-2143-BED8-8C9A-5C1FC2DBAE9B}"/>
          </ac:cxnSpMkLst>
        </pc:cxnChg>
        <pc:cxnChg chg="add mod">
          <ac:chgData name="Timur Akhmetshin" userId="1fc69c46315d9e5a" providerId="LiveId" clId="{A0EF0C4F-1B40-409A-9B15-D725FFEE52EB}" dt="2025-08-15T18:10:11.663" v="668" actId="1076"/>
          <ac:cxnSpMkLst>
            <pc:docMk/>
            <pc:sldMk cId="1391787032" sldId="257"/>
            <ac:cxnSpMk id="46" creationId="{8C15BD69-5E89-BA23-1B55-EB20B89E55E5}"/>
          </ac:cxnSpMkLst>
        </pc:cxnChg>
        <pc:cxnChg chg="add mod">
          <ac:chgData name="Timur Akhmetshin" userId="1fc69c46315d9e5a" providerId="LiveId" clId="{A0EF0C4F-1B40-409A-9B15-D725FFEE52EB}" dt="2025-08-15T18:10:11.663" v="668" actId="1076"/>
          <ac:cxnSpMkLst>
            <pc:docMk/>
            <pc:sldMk cId="1391787032" sldId="257"/>
            <ac:cxnSpMk id="47" creationId="{75E38C0F-550C-21B8-F164-C15694667572}"/>
          </ac:cxnSpMkLst>
        </pc:cxnChg>
        <pc:cxnChg chg="add mod">
          <ac:chgData name="Timur Akhmetshin" userId="1fc69c46315d9e5a" providerId="LiveId" clId="{A0EF0C4F-1B40-409A-9B15-D725FFEE52EB}" dt="2025-08-15T18:10:11.663" v="668" actId="1076"/>
          <ac:cxnSpMkLst>
            <pc:docMk/>
            <pc:sldMk cId="1391787032" sldId="257"/>
            <ac:cxnSpMk id="48" creationId="{2BDA963F-3968-DAC1-DB50-62617B07A53B}"/>
          </ac:cxnSpMkLst>
        </pc:cxnChg>
        <pc:cxnChg chg="add mod">
          <ac:chgData name="Timur Akhmetshin" userId="1fc69c46315d9e5a" providerId="LiveId" clId="{A0EF0C4F-1B40-409A-9B15-D725FFEE52EB}" dt="2025-08-15T18:10:11.663" v="668" actId="1076"/>
          <ac:cxnSpMkLst>
            <pc:docMk/>
            <pc:sldMk cId="1391787032" sldId="257"/>
            <ac:cxnSpMk id="49" creationId="{7F2E5326-755B-A3A8-23A0-163E91C2E2DF}"/>
          </ac:cxnSpMkLst>
        </pc:cxnChg>
        <pc:cxnChg chg="add mod">
          <ac:chgData name="Timur Akhmetshin" userId="1fc69c46315d9e5a" providerId="LiveId" clId="{A0EF0C4F-1B40-409A-9B15-D725FFEE52EB}" dt="2025-08-15T18:37:26.024" v="895" actId="692"/>
          <ac:cxnSpMkLst>
            <pc:docMk/>
            <pc:sldMk cId="1391787032" sldId="257"/>
            <ac:cxnSpMk id="80" creationId="{1E9FCCCC-2598-8443-AD2B-77E382835870}"/>
          </ac:cxnSpMkLst>
        </pc:cxnChg>
        <pc:cxnChg chg="add mod">
          <ac:chgData name="Timur Akhmetshin" userId="1fc69c46315d9e5a" providerId="LiveId" clId="{A0EF0C4F-1B40-409A-9B15-D725FFEE52EB}" dt="2025-08-15T18:37:26.024" v="895" actId="692"/>
          <ac:cxnSpMkLst>
            <pc:docMk/>
            <pc:sldMk cId="1391787032" sldId="257"/>
            <ac:cxnSpMk id="82" creationId="{18875D69-F17E-C9E3-BFC8-1AACB10C71A9}"/>
          </ac:cxnSpMkLst>
        </pc:cxnChg>
        <pc:cxnChg chg="add mod">
          <ac:chgData name="Timur Akhmetshin" userId="1fc69c46315d9e5a" providerId="LiveId" clId="{A0EF0C4F-1B40-409A-9B15-D725FFEE52EB}" dt="2025-08-15T18:37:26.024" v="895" actId="692"/>
          <ac:cxnSpMkLst>
            <pc:docMk/>
            <pc:sldMk cId="1391787032" sldId="257"/>
            <ac:cxnSpMk id="84" creationId="{8977CA83-6058-D0C6-E936-E18638AFC4A4}"/>
          </ac:cxnSpMkLst>
        </pc:cxnChg>
        <pc:cxnChg chg="add mod">
          <ac:chgData name="Timur Akhmetshin" userId="1fc69c46315d9e5a" providerId="LiveId" clId="{A0EF0C4F-1B40-409A-9B15-D725FFEE52EB}" dt="2025-08-15T18:37:26.024" v="895" actId="692"/>
          <ac:cxnSpMkLst>
            <pc:docMk/>
            <pc:sldMk cId="1391787032" sldId="257"/>
            <ac:cxnSpMk id="86" creationId="{6FE081DB-42E9-9789-573D-47FFAEA2D3A9}"/>
          </ac:cxnSpMkLst>
        </pc:cxnChg>
        <pc:cxnChg chg="add mod">
          <ac:chgData name="Timur Akhmetshin" userId="1fc69c46315d9e5a" providerId="LiveId" clId="{A0EF0C4F-1B40-409A-9B15-D725FFEE52EB}" dt="2025-08-15T18:37:29.626" v="896" actId="692"/>
          <ac:cxnSpMkLst>
            <pc:docMk/>
            <pc:sldMk cId="1391787032" sldId="257"/>
            <ac:cxnSpMk id="88" creationId="{EB7ED697-8635-8211-8854-126022C01E4D}"/>
          </ac:cxnSpMkLst>
        </pc:cxnChg>
        <pc:cxnChg chg="add mod">
          <ac:chgData name="Timur Akhmetshin" userId="1fc69c46315d9e5a" providerId="LiveId" clId="{A0EF0C4F-1B40-409A-9B15-D725FFEE52EB}" dt="2025-08-15T18:37:26.024" v="895" actId="692"/>
          <ac:cxnSpMkLst>
            <pc:docMk/>
            <pc:sldMk cId="1391787032" sldId="257"/>
            <ac:cxnSpMk id="91" creationId="{3BB0FCF0-A1F1-84A9-21D5-D3500F598E12}"/>
          </ac:cxnSpMkLst>
        </pc:cxnChg>
        <pc:cxnChg chg="add mod">
          <ac:chgData name="Timur Akhmetshin" userId="1fc69c46315d9e5a" providerId="LiveId" clId="{A0EF0C4F-1B40-409A-9B15-D725FFEE52EB}" dt="2025-08-15T18:37:26.024" v="895" actId="692"/>
          <ac:cxnSpMkLst>
            <pc:docMk/>
            <pc:sldMk cId="1391787032" sldId="257"/>
            <ac:cxnSpMk id="92" creationId="{1E661002-56DF-B9D2-4054-06C9D074E17F}"/>
          </ac:cxnSpMkLst>
        </pc:cxnChg>
        <pc:cxnChg chg="add mod">
          <ac:chgData name="Timur Akhmetshin" userId="1fc69c46315d9e5a" providerId="LiveId" clId="{A0EF0C4F-1B40-409A-9B15-D725FFEE52EB}" dt="2025-08-15T18:37:26.024" v="895" actId="692"/>
          <ac:cxnSpMkLst>
            <pc:docMk/>
            <pc:sldMk cId="1391787032" sldId="257"/>
            <ac:cxnSpMk id="96" creationId="{3AE7AAC1-2F9B-8577-1B1C-00DCB106F8B2}"/>
          </ac:cxnSpMkLst>
        </pc:cxnChg>
        <pc:cxnChg chg="add mod">
          <ac:chgData name="Timur Akhmetshin" userId="1fc69c46315d9e5a" providerId="LiveId" clId="{A0EF0C4F-1B40-409A-9B15-D725FFEE52EB}" dt="2025-08-15T18:37:26.024" v="895" actId="692"/>
          <ac:cxnSpMkLst>
            <pc:docMk/>
            <pc:sldMk cId="1391787032" sldId="257"/>
            <ac:cxnSpMk id="97" creationId="{42D4C389-43C6-1D5B-FCF8-A71C3B92AB38}"/>
          </ac:cxnSpMkLst>
        </pc:cxnChg>
        <pc:cxnChg chg="add mod">
          <ac:chgData name="Timur Akhmetshin" userId="1fc69c46315d9e5a" providerId="LiveId" clId="{A0EF0C4F-1B40-409A-9B15-D725FFEE52EB}" dt="2025-08-15T18:50:10.693" v="938" actId="692"/>
          <ac:cxnSpMkLst>
            <pc:docMk/>
            <pc:sldMk cId="1391787032" sldId="257"/>
            <ac:cxnSpMk id="100" creationId="{48B76F99-D6D3-2459-6FE7-1D061B6046A3}"/>
          </ac:cxnSpMkLst>
        </pc:cxnChg>
        <pc:cxnChg chg="add mod">
          <ac:chgData name="Timur Akhmetshin" userId="1fc69c46315d9e5a" providerId="LiveId" clId="{A0EF0C4F-1B40-409A-9B15-D725FFEE52EB}" dt="2025-08-15T19:38:50.841" v="1171" actId="692"/>
          <ac:cxnSpMkLst>
            <pc:docMk/>
            <pc:sldMk cId="1391787032" sldId="257"/>
            <ac:cxnSpMk id="110" creationId="{6EAA898F-03FA-FC06-A0AE-64A1E4AAB5C1}"/>
          </ac:cxnSpMkLst>
        </pc:cxnChg>
      </pc:sldChg>
      <pc:sldChg chg="addSp delSp new del mod ord">
        <pc:chgData name="Timur Akhmetshin" userId="1fc69c46315d9e5a" providerId="LiveId" clId="{A0EF0C4F-1B40-409A-9B15-D725FFEE52EB}" dt="2025-08-29T07:11:29.592" v="1413" actId="2696"/>
        <pc:sldMkLst>
          <pc:docMk/>
          <pc:sldMk cId="3240428175" sldId="258"/>
        </pc:sldMkLst>
        <pc:spChg chg="del">
          <ac:chgData name="Timur Akhmetshin" userId="1fc69c46315d9e5a" providerId="LiveId" clId="{A0EF0C4F-1B40-409A-9B15-D725FFEE52EB}" dt="2025-08-29T06:14:35.440" v="1184" actId="478"/>
          <ac:spMkLst>
            <pc:docMk/>
            <pc:sldMk cId="3240428175" sldId="258"/>
            <ac:spMk id="2" creationId="{9153F556-AA24-461B-1475-977ACE1D23AC}"/>
          </ac:spMkLst>
        </pc:spChg>
        <pc:spChg chg="del">
          <ac:chgData name="Timur Akhmetshin" userId="1fc69c46315d9e5a" providerId="LiveId" clId="{A0EF0C4F-1B40-409A-9B15-D725FFEE52EB}" dt="2025-08-29T06:14:37.888" v="1185" actId="478"/>
          <ac:spMkLst>
            <pc:docMk/>
            <pc:sldMk cId="3240428175" sldId="258"/>
            <ac:spMk id="3" creationId="{5BC7E1B5-016E-5CD0-DBC2-68823D11D107}"/>
          </ac:spMkLst>
        </pc:spChg>
        <pc:picChg chg="add">
          <ac:chgData name="Timur Akhmetshin" userId="1fc69c46315d9e5a" providerId="LiveId" clId="{A0EF0C4F-1B40-409A-9B15-D725FFEE52EB}" dt="2025-08-29T06:15:47.088" v="1186" actId="22"/>
          <ac:picMkLst>
            <pc:docMk/>
            <pc:sldMk cId="3240428175" sldId="258"/>
            <ac:picMk id="5" creationId="{8CEBA72F-0642-2D3E-1BAD-B28F3745D410}"/>
          </ac:picMkLst>
        </pc:picChg>
      </pc:sldChg>
      <pc:sldChg chg="addSp modSp new mod">
        <pc:chgData name="Timur Akhmetshin" userId="1fc69c46315d9e5a" providerId="LiveId" clId="{A0EF0C4F-1B40-409A-9B15-D725FFEE52EB}" dt="2025-08-29T06:24:25.215" v="1202"/>
        <pc:sldMkLst>
          <pc:docMk/>
          <pc:sldMk cId="744711012" sldId="259"/>
        </pc:sldMkLst>
        <pc:spChg chg="add mod">
          <ac:chgData name="Timur Akhmetshin" userId="1fc69c46315d9e5a" providerId="LiveId" clId="{A0EF0C4F-1B40-409A-9B15-D725FFEE52EB}" dt="2025-08-29T06:23:06.713" v="1189" actId="20577"/>
          <ac:spMkLst>
            <pc:docMk/>
            <pc:sldMk cId="744711012" sldId="259"/>
            <ac:spMk id="2" creationId="{0122D357-9C58-6EEB-3B9F-CEF2EF17363D}"/>
          </ac:spMkLst>
        </pc:spChg>
        <pc:grpChg chg="mod">
          <ac:chgData name="Timur Akhmetshin" userId="1fc69c46315d9e5a" providerId="LiveId" clId="{A0EF0C4F-1B40-409A-9B15-D725FFEE52EB}" dt="2025-08-29T06:24:25.215" v="1202"/>
          <ac:grpSpMkLst>
            <pc:docMk/>
            <pc:sldMk cId="744711012" sldId="259"/>
            <ac:grpSpMk id="13" creationId="{D84AD126-4D27-06FE-9E97-64589F766410}"/>
          </ac:grpSpMkLst>
        </pc:grpChg>
        <pc:picChg chg="add mod">
          <ac:chgData name="Timur Akhmetshin" userId="1fc69c46315d9e5a" providerId="LiveId" clId="{A0EF0C4F-1B40-409A-9B15-D725FFEE52EB}" dt="2025-08-29T06:23:33.855" v="1193" actId="1076"/>
          <ac:picMkLst>
            <pc:docMk/>
            <pc:sldMk cId="744711012" sldId="259"/>
            <ac:picMk id="4" creationId="{AD36073C-14AD-E5D6-49FB-D8381134621A}"/>
          </ac:picMkLst>
        </pc:picChg>
        <pc:picChg chg="add mod">
          <ac:chgData name="Timur Akhmetshin" userId="1fc69c46315d9e5a" providerId="LiveId" clId="{A0EF0C4F-1B40-409A-9B15-D725FFEE52EB}" dt="2025-08-29T06:23:54.502" v="1195" actId="1076"/>
          <ac:picMkLst>
            <pc:docMk/>
            <pc:sldMk cId="744711012" sldId="259"/>
            <ac:picMk id="6" creationId="{FB07B8B0-24E3-C39A-ECC3-5CB0B6BA59FB}"/>
          </ac:picMkLst>
        </pc:picChg>
        <pc:inkChg chg="add">
          <ac:chgData name="Timur Akhmetshin" userId="1fc69c46315d9e5a" providerId="LiveId" clId="{A0EF0C4F-1B40-409A-9B15-D725FFEE52EB}" dt="2025-08-29T06:24:07.141" v="1196" actId="9405"/>
          <ac:inkMkLst>
            <pc:docMk/>
            <pc:sldMk cId="744711012" sldId="259"/>
            <ac:inkMk id="7" creationId="{9B70CE6A-8511-9AB8-AF55-22FE7E32DF53}"/>
          </ac:inkMkLst>
        </pc:inkChg>
        <pc:inkChg chg="add">
          <ac:chgData name="Timur Akhmetshin" userId="1fc69c46315d9e5a" providerId="LiveId" clId="{A0EF0C4F-1B40-409A-9B15-D725FFEE52EB}" dt="2025-08-29T06:24:10.980" v="1197" actId="9405"/>
          <ac:inkMkLst>
            <pc:docMk/>
            <pc:sldMk cId="744711012" sldId="259"/>
            <ac:inkMk id="8" creationId="{B7D65AE3-880F-1BE3-13BF-6275545003F1}"/>
          </ac:inkMkLst>
        </pc:inkChg>
        <pc:inkChg chg="add">
          <ac:chgData name="Timur Akhmetshin" userId="1fc69c46315d9e5a" providerId="LiveId" clId="{A0EF0C4F-1B40-409A-9B15-D725FFEE52EB}" dt="2025-08-29T06:24:13.928" v="1198" actId="9405"/>
          <ac:inkMkLst>
            <pc:docMk/>
            <pc:sldMk cId="744711012" sldId="259"/>
            <ac:inkMk id="9" creationId="{2C935420-74E8-8318-AE43-CFF26A3EF945}"/>
          </ac:inkMkLst>
        </pc:inkChg>
        <pc:inkChg chg="add mod">
          <ac:chgData name="Timur Akhmetshin" userId="1fc69c46315d9e5a" providerId="LiveId" clId="{A0EF0C4F-1B40-409A-9B15-D725FFEE52EB}" dt="2025-08-29T06:24:25.215" v="1202"/>
          <ac:inkMkLst>
            <pc:docMk/>
            <pc:sldMk cId="744711012" sldId="259"/>
            <ac:inkMk id="10" creationId="{6BDB4895-83A9-88FB-BAC9-C92CE99BEC4C}"/>
          </ac:inkMkLst>
        </pc:inkChg>
        <pc:inkChg chg="add mod">
          <ac:chgData name="Timur Akhmetshin" userId="1fc69c46315d9e5a" providerId="LiveId" clId="{A0EF0C4F-1B40-409A-9B15-D725FFEE52EB}" dt="2025-08-29T06:24:25.215" v="1202"/>
          <ac:inkMkLst>
            <pc:docMk/>
            <pc:sldMk cId="744711012" sldId="259"/>
            <ac:inkMk id="11" creationId="{76B9FA85-C670-EF7F-967A-3EA470EF8026}"/>
          </ac:inkMkLst>
        </pc:inkChg>
        <pc:inkChg chg="add mod">
          <ac:chgData name="Timur Akhmetshin" userId="1fc69c46315d9e5a" providerId="LiveId" clId="{A0EF0C4F-1B40-409A-9B15-D725FFEE52EB}" dt="2025-08-29T06:24:25.215" v="1202"/>
          <ac:inkMkLst>
            <pc:docMk/>
            <pc:sldMk cId="744711012" sldId="259"/>
            <ac:inkMk id="12" creationId="{E49182A2-0BF5-E093-F61A-0F7D4B2D0D09}"/>
          </ac:inkMkLst>
        </pc:inkChg>
      </pc:sldChg>
      <pc:sldChg chg="addSp delSp modSp new mod">
        <pc:chgData name="Timur Akhmetshin" userId="1fc69c46315d9e5a" providerId="LiveId" clId="{A0EF0C4F-1B40-409A-9B15-D725FFEE52EB}" dt="2025-08-29T06:34:05.456" v="1300" actId="9405"/>
        <pc:sldMkLst>
          <pc:docMk/>
          <pc:sldMk cId="4182356037" sldId="260"/>
        </pc:sldMkLst>
        <pc:spChg chg="add mod">
          <ac:chgData name="Timur Akhmetshin" userId="1fc69c46315d9e5a" providerId="LiveId" clId="{A0EF0C4F-1B40-409A-9B15-D725FFEE52EB}" dt="2025-08-29T06:25:45.266" v="1210" actId="20577"/>
          <ac:spMkLst>
            <pc:docMk/>
            <pc:sldMk cId="4182356037" sldId="260"/>
            <ac:spMk id="5" creationId="{026B05A1-E675-1000-C0F1-9676317587EF}"/>
          </ac:spMkLst>
        </pc:spChg>
        <pc:grpChg chg="mod">
          <ac:chgData name="Timur Akhmetshin" userId="1fc69c46315d9e5a" providerId="LiveId" clId="{A0EF0C4F-1B40-409A-9B15-D725FFEE52EB}" dt="2025-08-29T06:29:42.975" v="1222"/>
          <ac:grpSpMkLst>
            <pc:docMk/>
            <pc:sldMk cId="4182356037" sldId="260"/>
            <ac:grpSpMk id="14" creationId="{625C7218-5A46-EFDA-DB62-3A37374A3B53}"/>
          </ac:grpSpMkLst>
        </pc:grpChg>
        <pc:grpChg chg="add del mod">
          <ac:chgData name="Timur Akhmetshin" userId="1fc69c46315d9e5a" providerId="LiveId" clId="{A0EF0C4F-1B40-409A-9B15-D725FFEE52EB}" dt="2025-08-29T06:29:49.740" v="1236"/>
          <ac:grpSpMkLst>
            <pc:docMk/>
            <pc:sldMk cId="4182356037" sldId="260"/>
            <ac:grpSpMk id="19" creationId="{D8066EE1-5543-DA6D-3B60-026A4834F8C2}"/>
          </ac:grpSpMkLst>
        </pc:grpChg>
        <pc:grpChg chg="mod">
          <ac:chgData name="Timur Akhmetshin" userId="1fc69c46315d9e5a" providerId="LiveId" clId="{A0EF0C4F-1B40-409A-9B15-D725FFEE52EB}" dt="2025-08-29T06:29:49.495" v="1234"/>
          <ac:grpSpMkLst>
            <pc:docMk/>
            <pc:sldMk cId="4182356037" sldId="260"/>
            <ac:grpSpMk id="21" creationId="{4FDA5A51-90DB-A0BA-8EFE-478BA36BE40B}"/>
          </ac:grpSpMkLst>
        </pc:grpChg>
        <pc:grpChg chg="mod">
          <ac:chgData name="Timur Akhmetshin" userId="1fc69c46315d9e5a" providerId="LiveId" clId="{A0EF0C4F-1B40-409A-9B15-D725FFEE52EB}" dt="2025-08-29T06:30:29.472" v="1250"/>
          <ac:grpSpMkLst>
            <pc:docMk/>
            <pc:sldMk cId="4182356037" sldId="260"/>
            <ac:grpSpMk id="29" creationId="{3482EB63-12B3-C498-EF9E-78634EF3E732}"/>
          </ac:grpSpMkLst>
        </pc:grpChg>
        <pc:grpChg chg="mod">
          <ac:chgData name="Timur Akhmetshin" userId="1fc69c46315d9e5a" providerId="LiveId" clId="{A0EF0C4F-1B40-409A-9B15-D725FFEE52EB}" dt="2025-08-29T06:30:50.453" v="1255"/>
          <ac:grpSpMkLst>
            <pc:docMk/>
            <pc:sldMk cId="4182356037" sldId="260"/>
            <ac:grpSpMk id="34" creationId="{ADE14D13-65A9-8143-65FE-40C0AEA5639E}"/>
          </ac:grpSpMkLst>
        </pc:grpChg>
        <pc:grpChg chg="mod">
          <ac:chgData name="Timur Akhmetshin" userId="1fc69c46315d9e5a" providerId="LiveId" clId="{A0EF0C4F-1B40-409A-9B15-D725FFEE52EB}" dt="2025-08-29T06:30:54.212" v="1260"/>
          <ac:grpSpMkLst>
            <pc:docMk/>
            <pc:sldMk cId="4182356037" sldId="260"/>
            <ac:grpSpMk id="39" creationId="{EDD7ED56-F7EE-54A1-4DAF-F47C0A137577}"/>
          </ac:grpSpMkLst>
        </pc:grpChg>
        <pc:grpChg chg="del mod">
          <ac:chgData name="Timur Akhmetshin" userId="1fc69c46315d9e5a" providerId="LiveId" clId="{A0EF0C4F-1B40-409A-9B15-D725FFEE52EB}" dt="2025-08-29T06:32:17.266" v="1286"/>
          <ac:grpSpMkLst>
            <pc:docMk/>
            <pc:sldMk cId="4182356037" sldId="260"/>
            <ac:grpSpMk id="46" creationId="{B904DBF2-BA02-1D7D-7FD5-73FF2DD00754}"/>
          </ac:grpSpMkLst>
        </pc:grpChg>
        <pc:grpChg chg="add mod">
          <ac:chgData name="Timur Akhmetshin" userId="1fc69c46315d9e5a" providerId="LiveId" clId="{A0EF0C4F-1B40-409A-9B15-D725FFEE52EB}" dt="2025-08-29T06:31:32.923" v="1273" actId="1076"/>
          <ac:grpSpMkLst>
            <pc:docMk/>
            <pc:sldMk cId="4182356037" sldId="260"/>
            <ac:grpSpMk id="49" creationId="{97032CD5-C437-6EE5-0817-931E57B0372E}"/>
          </ac:grpSpMkLst>
        </pc:grpChg>
        <pc:grpChg chg="add mod">
          <ac:chgData name="Timur Akhmetshin" userId="1fc69c46315d9e5a" providerId="LiveId" clId="{A0EF0C4F-1B40-409A-9B15-D725FFEE52EB}" dt="2025-08-29T06:31:36.267" v="1275" actId="1076"/>
          <ac:grpSpMkLst>
            <pc:docMk/>
            <pc:sldMk cId="4182356037" sldId="260"/>
            <ac:grpSpMk id="54" creationId="{763F2B53-C4DB-3D66-603C-61C0603B50FC}"/>
          </ac:grpSpMkLst>
        </pc:grpChg>
        <pc:grpChg chg="add mod">
          <ac:chgData name="Timur Akhmetshin" userId="1fc69c46315d9e5a" providerId="LiveId" clId="{A0EF0C4F-1B40-409A-9B15-D725FFEE52EB}" dt="2025-08-29T06:31:56.976" v="1280" actId="1076"/>
          <ac:grpSpMkLst>
            <pc:docMk/>
            <pc:sldMk cId="4182356037" sldId="260"/>
            <ac:grpSpMk id="59" creationId="{FEE9C4C8-61BA-B515-C265-A3585BE0B134}"/>
          </ac:grpSpMkLst>
        </pc:grpChg>
        <pc:grpChg chg="add mod">
          <ac:chgData name="Timur Akhmetshin" userId="1fc69c46315d9e5a" providerId="LiveId" clId="{A0EF0C4F-1B40-409A-9B15-D725FFEE52EB}" dt="2025-08-29T06:31:56.976" v="1280" actId="1076"/>
          <ac:grpSpMkLst>
            <pc:docMk/>
            <pc:sldMk cId="4182356037" sldId="260"/>
            <ac:grpSpMk id="64" creationId="{E5B30687-F3DB-0842-3E88-70A5B044C568}"/>
          </ac:grpSpMkLst>
        </pc:grpChg>
        <pc:grpChg chg="add mod">
          <ac:chgData name="Timur Akhmetshin" userId="1fc69c46315d9e5a" providerId="LiveId" clId="{A0EF0C4F-1B40-409A-9B15-D725FFEE52EB}" dt="2025-08-29T06:32:01.843" v="1281"/>
          <ac:grpSpMkLst>
            <pc:docMk/>
            <pc:sldMk cId="4182356037" sldId="260"/>
            <ac:grpSpMk id="69" creationId="{0D7CFEA6-439E-B364-B52C-F6DC103A73C5}"/>
          </ac:grpSpMkLst>
        </pc:grpChg>
        <pc:grpChg chg="add mod">
          <ac:chgData name="Timur Akhmetshin" userId="1fc69c46315d9e5a" providerId="LiveId" clId="{A0EF0C4F-1B40-409A-9B15-D725FFEE52EB}" dt="2025-08-29T06:32:01.843" v="1281"/>
          <ac:grpSpMkLst>
            <pc:docMk/>
            <pc:sldMk cId="4182356037" sldId="260"/>
            <ac:grpSpMk id="74" creationId="{8F3C1A02-614D-0E14-5E08-C2332DAF4429}"/>
          </ac:grpSpMkLst>
        </pc:grpChg>
        <pc:grpChg chg="add mod">
          <ac:chgData name="Timur Akhmetshin" userId="1fc69c46315d9e5a" providerId="LiveId" clId="{A0EF0C4F-1B40-409A-9B15-D725FFEE52EB}" dt="2025-08-29T06:32:08.895" v="1283" actId="1076"/>
          <ac:grpSpMkLst>
            <pc:docMk/>
            <pc:sldMk cId="4182356037" sldId="260"/>
            <ac:grpSpMk id="79" creationId="{A4E8AE73-B678-B8EB-C59E-F6C2E1CF9740}"/>
          </ac:grpSpMkLst>
        </pc:grpChg>
        <pc:grpChg chg="add mod">
          <ac:chgData name="Timur Akhmetshin" userId="1fc69c46315d9e5a" providerId="LiveId" clId="{A0EF0C4F-1B40-409A-9B15-D725FFEE52EB}" dt="2025-08-29T06:32:08.895" v="1283" actId="1076"/>
          <ac:grpSpMkLst>
            <pc:docMk/>
            <pc:sldMk cId="4182356037" sldId="260"/>
            <ac:grpSpMk id="84" creationId="{0C7447AF-C756-D710-D1A6-0CFE70C0CB90}"/>
          </ac:grpSpMkLst>
        </pc:grpChg>
        <pc:grpChg chg="mod">
          <ac:chgData name="Timur Akhmetshin" userId="1fc69c46315d9e5a" providerId="LiveId" clId="{A0EF0C4F-1B40-409A-9B15-D725FFEE52EB}" dt="2025-08-29T06:32:17.266" v="1286"/>
          <ac:grpSpMkLst>
            <pc:docMk/>
            <pc:sldMk cId="4182356037" sldId="260"/>
            <ac:grpSpMk id="91" creationId="{C69145BA-832E-FF6C-7F93-F0B50A20BC74}"/>
          </ac:grpSpMkLst>
        </pc:grpChg>
        <pc:grpChg chg="add mod">
          <ac:chgData name="Timur Akhmetshin" userId="1fc69c46315d9e5a" providerId="LiveId" clId="{A0EF0C4F-1B40-409A-9B15-D725FFEE52EB}" dt="2025-08-29T06:33:42.102" v="1298" actId="1076"/>
          <ac:grpSpMkLst>
            <pc:docMk/>
            <pc:sldMk cId="4182356037" sldId="260"/>
            <ac:grpSpMk id="97" creationId="{EE257875-186F-CD5C-6436-E6A10FF13E6A}"/>
          </ac:grpSpMkLst>
        </pc:grpChg>
        <pc:grpChg chg="add mod">
          <ac:chgData name="Timur Akhmetshin" userId="1fc69c46315d9e5a" providerId="LiveId" clId="{A0EF0C4F-1B40-409A-9B15-D725FFEE52EB}" dt="2025-08-29T06:33:42.102" v="1298" actId="1076"/>
          <ac:grpSpMkLst>
            <pc:docMk/>
            <pc:sldMk cId="4182356037" sldId="260"/>
            <ac:grpSpMk id="102" creationId="{66ECC27F-7AAC-F572-7503-D07D68DE83B1}"/>
          </ac:grpSpMkLst>
        </pc:grpChg>
        <pc:picChg chg="add del mod">
          <ac:chgData name="Timur Akhmetshin" userId="1fc69c46315d9e5a" providerId="LiveId" clId="{A0EF0C4F-1B40-409A-9B15-D725FFEE52EB}" dt="2025-08-29T06:28:02.798" v="1211" actId="478"/>
          <ac:picMkLst>
            <pc:docMk/>
            <pc:sldMk cId="4182356037" sldId="260"/>
            <ac:picMk id="3" creationId="{5034B80E-15F3-CEB2-30DA-3CF9E7110B20}"/>
          </ac:picMkLst>
        </pc:picChg>
        <pc:picChg chg="add">
          <ac:chgData name="Timur Akhmetshin" userId="1fc69c46315d9e5a" providerId="LiveId" clId="{A0EF0C4F-1B40-409A-9B15-D725FFEE52EB}" dt="2025-08-29T06:28:26.512" v="1212" actId="22"/>
          <ac:picMkLst>
            <pc:docMk/>
            <pc:sldMk cId="4182356037" sldId="260"/>
            <ac:picMk id="7" creationId="{E32A01BF-8360-490A-D070-AD353CCDDD52}"/>
          </ac:picMkLst>
        </pc:picChg>
        <pc:picChg chg="add mod">
          <ac:chgData name="Timur Akhmetshin" userId="1fc69c46315d9e5a" providerId="LiveId" clId="{A0EF0C4F-1B40-409A-9B15-D725FFEE52EB}" dt="2025-08-29T06:30:08.264" v="1245" actId="1076"/>
          <ac:picMkLst>
            <pc:docMk/>
            <pc:sldMk cId="4182356037" sldId="260"/>
            <ac:picMk id="9" creationId="{AE2A95CC-E509-3AA2-DC24-B3B1E9550691}"/>
          </ac:picMkLst>
        </pc:picChg>
        <pc:picChg chg="add mod">
          <ac:chgData name="Timur Akhmetshin" userId="1fc69c46315d9e5a" providerId="LiveId" clId="{A0EF0C4F-1B40-409A-9B15-D725FFEE52EB}" dt="2025-08-29T06:30:06.786" v="1244" actId="1076"/>
          <ac:picMkLst>
            <pc:docMk/>
            <pc:sldMk cId="4182356037" sldId="260"/>
            <ac:picMk id="24" creationId="{2C374BA5-9002-2935-7F22-BB1675394451}"/>
          </ac:picMkLst>
        </pc:picChg>
        <pc:picChg chg="add mod">
          <ac:chgData name="Timur Akhmetshin" userId="1fc69c46315d9e5a" providerId="LiveId" clId="{A0EF0C4F-1B40-409A-9B15-D725FFEE52EB}" dt="2025-08-29T06:31:27.529" v="1271" actId="1076"/>
          <ac:picMkLst>
            <pc:docMk/>
            <pc:sldMk cId="4182356037" sldId="260"/>
            <ac:picMk id="48" creationId="{06F3BC78-7D6C-4E8B-98A8-9FA718CDFE75}"/>
          </ac:picMkLst>
        </pc:picChg>
        <pc:picChg chg="add mod">
          <ac:chgData name="Timur Akhmetshin" userId="1fc69c46315d9e5a" providerId="LiveId" clId="{A0EF0C4F-1B40-409A-9B15-D725FFEE52EB}" dt="2025-08-29T06:33:11.575" v="1292" actId="1076"/>
          <ac:picMkLst>
            <pc:docMk/>
            <pc:sldMk cId="4182356037" sldId="260"/>
            <ac:picMk id="93" creationId="{0C816464-0BE7-B54B-0575-AF4C4D2759DA}"/>
          </ac:picMkLst>
        </pc:picChg>
        <pc:inkChg chg="add del">
          <ac:chgData name="Timur Akhmetshin" userId="1fc69c46315d9e5a" providerId="LiveId" clId="{A0EF0C4F-1B40-409A-9B15-D725FFEE52EB}" dt="2025-08-29T06:25:33.613" v="1206" actId="9405"/>
          <ac:inkMkLst>
            <pc:docMk/>
            <pc:sldMk cId="4182356037" sldId="260"/>
            <ac:inkMk id="4" creationId="{F89A54F4-C14B-8336-1E15-D251129ED85B}"/>
          </ac:inkMkLst>
        </pc:inkChg>
        <pc:inkChg chg="add del mod">
          <ac:chgData name="Timur Akhmetshin" userId="1fc69c46315d9e5a" providerId="LiveId" clId="{A0EF0C4F-1B40-409A-9B15-D725FFEE52EB}" dt="2025-08-29T06:29:43.892" v="1225" actId="9405"/>
          <ac:inkMkLst>
            <pc:docMk/>
            <pc:sldMk cId="4182356037" sldId="260"/>
            <ac:inkMk id="10" creationId="{AFFB7B44-7F27-4A0A-3C0C-D4910CAE997F}"/>
          </ac:inkMkLst>
        </pc:inkChg>
        <pc:inkChg chg="add del mod">
          <ac:chgData name="Timur Akhmetshin" userId="1fc69c46315d9e5a" providerId="LiveId" clId="{A0EF0C4F-1B40-409A-9B15-D725FFEE52EB}" dt="2025-08-29T06:29:43.508" v="1224" actId="9405"/>
          <ac:inkMkLst>
            <pc:docMk/>
            <pc:sldMk cId="4182356037" sldId="260"/>
            <ac:inkMk id="11" creationId="{226557F9-71E8-FF28-F2CD-E9A7A588441D}"/>
          </ac:inkMkLst>
        </pc:inkChg>
        <pc:inkChg chg="add del mod">
          <ac:chgData name="Timur Akhmetshin" userId="1fc69c46315d9e5a" providerId="LiveId" clId="{A0EF0C4F-1B40-409A-9B15-D725FFEE52EB}" dt="2025-08-29T06:29:43.252" v="1223" actId="9405"/>
          <ac:inkMkLst>
            <pc:docMk/>
            <pc:sldMk cId="4182356037" sldId="260"/>
            <ac:inkMk id="12" creationId="{86BC9A91-10A0-1DC1-B4B6-8859471A40E9}"/>
          </ac:inkMkLst>
        </pc:inkChg>
        <pc:inkChg chg="add del mod">
          <ac:chgData name="Timur Akhmetshin" userId="1fc69c46315d9e5a" providerId="LiveId" clId="{A0EF0C4F-1B40-409A-9B15-D725FFEE52EB}" dt="2025-08-29T06:29:42.975" v="1222"/>
          <ac:inkMkLst>
            <pc:docMk/>
            <pc:sldMk cId="4182356037" sldId="260"/>
            <ac:inkMk id="13" creationId="{BEC70520-11E8-2E41-1B9F-D53A91E83FBC}"/>
          </ac:inkMkLst>
        </pc:inkChg>
        <pc:inkChg chg="add del mod">
          <ac:chgData name="Timur Akhmetshin" userId="1fc69c46315d9e5a" providerId="LiveId" clId="{A0EF0C4F-1B40-409A-9B15-D725FFEE52EB}" dt="2025-08-29T06:29:50.636" v="1239" actId="9405"/>
          <ac:inkMkLst>
            <pc:docMk/>
            <pc:sldMk cId="4182356037" sldId="260"/>
            <ac:inkMk id="15" creationId="{21A888BF-7FB8-ECBA-7008-0C2595E9A93B}"/>
          </ac:inkMkLst>
        </pc:inkChg>
        <pc:inkChg chg="add del mod">
          <ac:chgData name="Timur Akhmetshin" userId="1fc69c46315d9e5a" providerId="LiveId" clId="{A0EF0C4F-1B40-409A-9B15-D725FFEE52EB}" dt="2025-08-29T06:29:50.300" v="1238" actId="9405"/>
          <ac:inkMkLst>
            <pc:docMk/>
            <pc:sldMk cId="4182356037" sldId="260"/>
            <ac:inkMk id="16" creationId="{D4826ABC-2A47-DB21-FF5F-23C9E6043D0C}"/>
          </ac:inkMkLst>
        </pc:inkChg>
        <pc:inkChg chg="add del mod">
          <ac:chgData name="Timur Akhmetshin" userId="1fc69c46315d9e5a" providerId="LiveId" clId="{A0EF0C4F-1B40-409A-9B15-D725FFEE52EB}" dt="2025-08-29T06:29:49.975" v="1237" actId="9405"/>
          <ac:inkMkLst>
            <pc:docMk/>
            <pc:sldMk cId="4182356037" sldId="260"/>
            <ac:inkMk id="17" creationId="{8C0F0E1C-6B2E-FDA8-778B-829B32F1F5BC}"/>
          </ac:inkMkLst>
        </pc:inkChg>
        <pc:inkChg chg="add del mod">
          <ac:chgData name="Timur Akhmetshin" userId="1fc69c46315d9e5a" providerId="LiveId" clId="{A0EF0C4F-1B40-409A-9B15-D725FFEE52EB}" dt="2025-08-29T06:29:49.740" v="1236"/>
          <ac:inkMkLst>
            <pc:docMk/>
            <pc:sldMk cId="4182356037" sldId="260"/>
            <ac:inkMk id="18" creationId="{60346F35-E89C-5A17-1F87-EF981A0F8643}"/>
          </ac:inkMkLst>
        </pc:inkChg>
        <pc:inkChg chg="add del mod">
          <ac:chgData name="Timur Akhmetshin" userId="1fc69c46315d9e5a" providerId="LiveId" clId="{A0EF0C4F-1B40-409A-9B15-D725FFEE52EB}" dt="2025-08-29T06:29:49.495" v="1234"/>
          <ac:inkMkLst>
            <pc:docMk/>
            <pc:sldMk cId="4182356037" sldId="260"/>
            <ac:inkMk id="20" creationId="{F8A12778-B411-7B9C-5B1A-15571D300FF6}"/>
          </ac:inkMkLst>
        </pc:inkChg>
        <pc:inkChg chg="add">
          <ac:chgData name="Timur Akhmetshin" userId="1fc69c46315d9e5a" providerId="LiveId" clId="{A0EF0C4F-1B40-409A-9B15-D725FFEE52EB}" dt="2025-08-29T06:30:00.818" v="1240" actId="9405"/>
          <ac:inkMkLst>
            <pc:docMk/>
            <pc:sldMk cId="4182356037" sldId="260"/>
            <ac:inkMk id="22" creationId="{86C414A2-D281-DD0E-501E-8B71E8F57F28}"/>
          </ac:inkMkLst>
        </pc:inkChg>
        <pc:inkChg chg="add mod">
          <ac:chgData name="Timur Akhmetshin" userId="1fc69c46315d9e5a" providerId="LiveId" clId="{A0EF0C4F-1B40-409A-9B15-D725FFEE52EB}" dt="2025-08-29T06:30:29.472" v="1250"/>
          <ac:inkMkLst>
            <pc:docMk/>
            <pc:sldMk cId="4182356037" sldId="260"/>
            <ac:inkMk id="25" creationId="{C7069C81-8176-8C19-BE22-09599D411C8B}"/>
          </ac:inkMkLst>
        </pc:inkChg>
        <pc:inkChg chg="add mod">
          <ac:chgData name="Timur Akhmetshin" userId="1fc69c46315d9e5a" providerId="LiveId" clId="{A0EF0C4F-1B40-409A-9B15-D725FFEE52EB}" dt="2025-08-29T06:30:29.472" v="1250"/>
          <ac:inkMkLst>
            <pc:docMk/>
            <pc:sldMk cId="4182356037" sldId="260"/>
            <ac:inkMk id="26" creationId="{2152838E-8422-5CCE-1A32-5F990E4EA7B2}"/>
          </ac:inkMkLst>
        </pc:inkChg>
        <pc:inkChg chg="add mod">
          <ac:chgData name="Timur Akhmetshin" userId="1fc69c46315d9e5a" providerId="LiveId" clId="{A0EF0C4F-1B40-409A-9B15-D725FFEE52EB}" dt="2025-08-29T06:30:29.472" v="1250"/>
          <ac:inkMkLst>
            <pc:docMk/>
            <pc:sldMk cId="4182356037" sldId="260"/>
            <ac:inkMk id="27" creationId="{DF646B49-D05E-A312-4282-F928ED55D01E}"/>
          </ac:inkMkLst>
        </pc:inkChg>
        <pc:inkChg chg="add mod">
          <ac:chgData name="Timur Akhmetshin" userId="1fc69c46315d9e5a" providerId="LiveId" clId="{A0EF0C4F-1B40-409A-9B15-D725FFEE52EB}" dt="2025-08-29T06:30:29.472" v="1250"/>
          <ac:inkMkLst>
            <pc:docMk/>
            <pc:sldMk cId="4182356037" sldId="260"/>
            <ac:inkMk id="28" creationId="{78D3946E-DE5D-2991-BC49-30B5A7E0C51A}"/>
          </ac:inkMkLst>
        </pc:inkChg>
        <pc:inkChg chg="add mod">
          <ac:chgData name="Timur Akhmetshin" userId="1fc69c46315d9e5a" providerId="LiveId" clId="{A0EF0C4F-1B40-409A-9B15-D725FFEE52EB}" dt="2025-08-29T06:30:50.453" v="1255"/>
          <ac:inkMkLst>
            <pc:docMk/>
            <pc:sldMk cId="4182356037" sldId="260"/>
            <ac:inkMk id="30" creationId="{29499841-AFDF-2E84-18B9-DE76EADD7563}"/>
          </ac:inkMkLst>
        </pc:inkChg>
        <pc:inkChg chg="add mod">
          <ac:chgData name="Timur Akhmetshin" userId="1fc69c46315d9e5a" providerId="LiveId" clId="{A0EF0C4F-1B40-409A-9B15-D725FFEE52EB}" dt="2025-08-29T06:30:50.453" v="1255"/>
          <ac:inkMkLst>
            <pc:docMk/>
            <pc:sldMk cId="4182356037" sldId="260"/>
            <ac:inkMk id="31" creationId="{F53F9024-37ED-070A-1F88-8A83AB7A9D66}"/>
          </ac:inkMkLst>
        </pc:inkChg>
        <pc:inkChg chg="add mod">
          <ac:chgData name="Timur Akhmetshin" userId="1fc69c46315d9e5a" providerId="LiveId" clId="{A0EF0C4F-1B40-409A-9B15-D725FFEE52EB}" dt="2025-08-29T06:30:50.453" v="1255"/>
          <ac:inkMkLst>
            <pc:docMk/>
            <pc:sldMk cId="4182356037" sldId="260"/>
            <ac:inkMk id="32" creationId="{B4675DF6-3AD4-5ECA-A14D-06815E7D7A30}"/>
          </ac:inkMkLst>
        </pc:inkChg>
        <pc:inkChg chg="add mod">
          <ac:chgData name="Timur Akhmetshin" userId="1fc69c46315d9e5a" providerId="LiveId" clId="{A0EF0C4F-1B40-409A-9B15-D725FFEE52EB}" dt="2025-08-29T06:30:50.453" v="1255"/>
          <ac:inkMkLst>
            <pc:docMk/>
            <pc:sldMk cId="4182356037" sldId="260"/>
            <ac:inkMk id="33" creationId="{CEB3BDBD-4043-167E-0113-21043A31F280}"/>
          </ac:inkMkLst>
        </pc:inkChg>
        <pc:inkChg chg="add mod">
          <ac:chgData name="Timur Akhmetshin" userId="1fc69c46315d9e5a" providerId="LiveId" clId="{A0EF0C4F-1B40-409A-9B15-D725FFEE52EB}" dt="2025-08-29T06:30:54.212" v="1260"/>
          <ac:inkMkLst>
            <pc:docMk/>
            <pc:sldMk cId="4182356037" sldId="260"/>
            <ac:inkMk id="35" creationId="{41B62434-B4BC-89B8-064E-DD199E5EAFA5}"/>
          </ac:inkMkLst>
        </pc:inkChg>
        <pc:inkChg chg="add mod">
          <ac:chgData name="Timur Akhmetshin" userId="1fc69c46315d9e5a" providerId="LiveId" clId="{A0EF0C4F-1B40-409A-9B15-D725FFEE52EB}" dt="2025-08-29T06:30:54.212" v="1260"/>
          <ac:inkMkLst>
            <pc:docMk/>
            <pc:sldMk cId="4182356037" sldId="260"/>
            <ac:inkMk id="36" creationId="{3AD68A58-C45B-B999-6A2A-F5A019D440FA}"/>
          </ac:inkMkLst>
        </pc:inkChg>
        <pc:inkChg chg="add mod">
          <ac:chgData name="Timur Akhmetshin" userId="1fc69c46315d9e5a" providerId="LiveId" clId="{A0EF0C4F-1B40-409A-9B15-D725FFEE52EB}" dt="2025-08-29T06:30:54.212" v="1260"/>
          <ac:inkMkLst>
            <pc:docMk/>
            <pc:sldMk cId="4182356037" sldId="260"/>
            <ac:inkMk id="37" creationId="{C93A3E69-662E-D451-6403-0C4837DCB666}"/>
          </ac:inkMkLst>
        </pc:inkChg>
        <pc:inkChg chg="add mod">
          <ac:chgData name="Timur Akhmetshin" userId="1fc69c46315d9e5a" providerId="LiveId" clId="{A0EF0C4F-1B40-409A-9B15-D725FFEE52EB}" dt="2025-08-29T06:30:54.212" v="1260"/>
          <ac:inkMkLst>
            <pc:docMk/>
            <pc:sldMk cId="4182356037" sldId="260"/>
            <ac:inkMk id="38" creationId="{5A2C14E4-A3EF-2883-5EE0-FFABB7565CD1}"/>
          </ac:inkMkLst>
        </pc:inkChg>
        <pc:inkChg chg="add mod">
          <ac:chgData name="Timur Akhmetshin" userId="1fc69c46315d9e5a" providerId="LiveId" clId="{A0EF0C4F-1B40-409A-9B15-D725FFEE52EB}" dt="2025-08-29T06:32:17.266" v="1286"/>
          <ac:inkMkLst>
            <pc:docMk/>
            <pc:sldMk cId="4182356037" sldId="260"/>
            <ac:inkMk id="40" creationId="{A9D72788-E01A-C5E4-3F8D-44FD9031A347}"/>
          </ac:inkMkLst>
        </pc:inkChg>
        <pc:inkChg chg="add mod">
          <ac:chgData name="Timur Akhmetshin" userId="1fc69c46315d9e5a" providerId="LiveId" clId="{A0EF0C4F-1B40-409A-9B15-D725FFEE52EB}" dt="2025-08-29T06:32:17.266" v="1286"/>
          <ac:inkMkLst>
            <pc:docMk/>
            <pc:sldMk cId="4182356037" sldId="260"/>
            <ac:inkMk id="41" creationId="{0E189ECB-C823-64BC-9360-5CAF0D6A6913}"/>
          </ac:inkMkLst>
        </pc:inkChg>
        <pc:inkChg chg="add mod">
          <ac:chgData name="Timur Akhmetshin" userId="1fc69c46315d9e5a" providerId="LiveId" clId="{A0EF0C4F-1B40-409A-9B15-D725FFEE52EB}" dt="2025-08-29T06:32:17.266" v="1286"/>
          <ac:inkMkLst>
            <pc:docMk/>
            <pc:sldMk cId="4182356037" sldId="260"/>
            <ac:inkMk id="42" creationId="{576FE032-072F-ED87-FBB0-DA6B58501C5F}"/>
          </ac:inkMkLst>
        </pc:inkChg>
        <pc:inkChg chg="add mod">
          <ac:chgData name="Timur Akhmetshin" userId="1fc69c46315d9e5a" providerId="LiveId" clId="{A0EF0C4F-1B40-409A-9B15-D725FFEE52EB}" dt="2025-08-29T06:32:17.266" v="1286"/>
          <ac:inkMkLst>
            <pc:docMk/>
            <pc:sldMk cId="4182356037" sldId="260"/>
            <ac:inkMk id="43" creationId="{1F63AE72-0E4B-5D77-1F9E-57E960082665}"/>
          </ac:inkMkLst>
        </pc:inkChg>
        <pc:inkChg chg="add mod">
          <ac:chgData name="Timur Akhmetshin" userId="1fc69c46315d9e5a" providerId="LiveId" clId="{A0EF0C4F-1B40-409A-9B15-D725FFEE52EB}" dt="2025-08-29T06:32:17.266" v="1286"/>
          <ac:inkMkLst>
            <pc:docMk/>
            <pc:sldMk cId="4182356037" sldId="260"/>
            <ac:inkMk id="44" creationId="{65F2CBB7-30F9-ACBD-77DF-6441F556A659}"/>
          </ac:inkMkLst>
        </pc:inkChg>
        <pc:inkChg chg="add mod">
          <ac:chgData name="Timur Akhmetshin" userId="1fc69c46315d9e5a" providerId="LiveId" clId="{A0EF0C4F-1B40-409A-9B15-D725FFEE52EB}" dt="2025-08-29T06:32:17.266" v="1286"/>
          <ac:inkMkLst>
            <pc:docMk/>
            <pc:sldMk cId="4182356037" sldId="260"/>
            <ac:inkMk id="45" creationId="{65C47E91-EF55-1F69-7785-0965F5E006E9}"/>
          </ac:inkMkLst>
        </pc:inkChg>
        <pc:inkChg chg="mod">
          <ac:chgData name="Timur Akhmetshin" userId="1fc69c46315d9e5a" providerId="LiveId" clId="{A0EF0C4F-1B40-409A-9B15-D725FFEE52EB}" dt="2025-08-29T06:31:30.596" v="1272"/>
          <ac:inkMkLst>
            <pc:docMk/>
            <pc:sldMk cId="4182356037" sldId="260"/>
            <ac:inkMk id="50" creationId="{70AD1009-0277-D891-854C-DC8EB8A79293}"/>
          </ac:inkMkLst>
        </pc:inkChg>
        <pc:inkChg chg="mod">
          <ac:chgData name="Timur Akhmetshin" userId="1fc69c46315d9e5a" providerId="LiveId" clId="{A0EF0C4F-1B40-409A-9B15-D725FFEE52EB}" dt="2025-08-29T06:31:30.596" v="1272"/>
          <ac:inkMkLst>
            <pc:docMk/>
            <pc:sldMk cId="4182356037" sldId="260"/>
            <ac:inkMk id="51" creationId="{1DD2EF79-4D56-1D98-2A8C-E2DECE58858D}"/>
          </ac:inkMkLst>
        </pc:inkChg>
        <pc:inkChg chg="mod">
          <ac:chgData name="Timur Akhmetshin" userId="1fc69c46315d9e5a" providerId="LiveId" clId="{A0EF0C4F-1B40-409A-9B15-D725FFEE52EB}" dt="2025-08-29T06:31:30.596" v="1272"/>
          <ac:inkMkLst>
            <pc:docMk/>
            <pc:sldMk cId="4182356037" sldId="260"/>
            <ac:inkMk id="52" creationId="{623CC876-98E1-98A3-B3E0-FB0601F05E01}"/>
          </ac:inkMkLst>
        </pc:inkChg>
        <pc:inkChg chg="mod">
          <ac:chgData name="Timur Akhmetshin" userId="1fc69c46315d9e5a" providerId="LiveId" clId="{A0EF0C4F-1B40-409A-9B15-D725FFEE52EB}" dt="2025-08-29T06:31:30.596" v="1272"/>
          <ac:inkMkLst>
            <pc:docMk/>
            <pc:sldMk cId="4182356037" sldId="260"/>
            <ac:inkMk id="53" creationId="{83BC9C4F-D316-021A-610A-88C1CA84E0DD}"/>
          </ac:inkMkLst>
        </pc:inkChg>
        <pc:inkChg chg="mod">
          <ac:chgData name="Timur Akhmetshin" userId="1fc69c46315d9e5a" providerId="LiveId" clId="{A0EF0C4F-1B40-409A-9B15-D725FFEE52EB}" dt="2025-08-29T06:31:33.552" v="1274"/>
          <ac:inkMkLst>
            <pc:docMk/>
            <pc:sldMk cId="4182356037" sldId="260"/>
            <ac:inkMk id="55" creationId="{2C3EDA9E-BB24-C130-0CD3-D31F7148561D}"/>
          </ac:inkMkLst>
        </pc:inkChg>
        <pc:inkChg chg="mod">
          <ac:chgData name="Timur Akhmetshin" userId="1fc69c46315d9e5a" providerId="LiveId" clId="{A0EF0C4F-1B40-409A-9B15-D725FFEE52EB}" dt="2025-08-29T06:31:33.552" v="1274"/>
          <ac:inkMkLst>
            <pc:docMk/>
            <pc:sldMk cId="4182356037" sldId="260"/>
            <ac:inkMk id="56" creationId="{D0DD8408-0FB9-26D1-4F45-C29FEEC97DBE}"/>
          </ac:inkMkLst>
        </pc:inkChg>
        <pc:inkChg chg="mod">
          <ac:chgData name="Timur Akhmetshin" userId="1fc69c46315d9e5a" providerId="LiveId" clId="{A0EF0C4F-1B40-409A-9B15-D725FFEE52EB}" dt="2025-08-29T06:31:33.552" v="1274"/>
          <ac:inkMkLst>
            <pc:docMk/>
            <pc:sldMk cId="4182356037" sldId="260"/>
            <ac:inkMk id="57" creationId="{AA5E0E5C-CB2A-4909-D68A-28042D08EB47}"/>
          </ac:inkMkLst>
        </pc:inkChg>
        <pc:inkChg chg="mod">
          <ac:chgData name="Timur Akhmetshin" userId="1fc69c46315d9e5a" providerId="LiveId" clId="{A0EF0C4F-1B40-409A-9B15-D725FFEE52EB}" dt="2025-08-29T06:31:33.552" v="1274"/>
          <ac:inkMkLst>
            <pc:docMk/>
            <pc:sldMk cId="4182356037" sldId="260"/>
            <ac:inkMk id="58" creationId="{3C0F4EFC-07DB-9409-69C7-9A12F3A28D23}"/>
          </ac:inkMkLst>
        </pc:inkChg>
        <pc:inkChg chg="mod">
          <ac:chgData name="Timur Akhmetshin" userId="1fc69c46315d9e5a" providerId="LiveId" clId="{A0EF0C4F-1B40-409A-9B15-D725FFEE52EB}" dt="2025-08-29T06:31:38.820" v="1276"/>
          <ac:inkMkLst>
            <pc:docMk/>
            <pc:sldMk cId="4182356037" sldId="260"/>
            <ac:inkMk id="60" creationId="{0075F35F-965B-B1CD-5B3B-35DC4F59928F}"/>
          </ac:inkMkLst>
        </pc:inkChg>
        <pc:inkChg chg="mod">
          <ac:chgData name="Timur Akhmetshin" userId="1fc69c46315d9e5a" providerId="LiveId" clId="{A0EF0C4F-1B40-409A-9B15-D725FFEE52EB}" dt="2025-08-29T06:31:38.820" v="1276"/>
          <ac:inkMkLst>
            <pc:docMk/>
            <pc:sldMk cId="4182356037" sldId="260"/>
            <ac:inkMk id="61" creationId="{445A3E69-1404-0C5E-D935-171D9606D896}"/>
          </ac:inkMkLst>
        </pc:inkChg>
        <pc:inkChg chg="mod">
          <ac:chgData name="Timur Akhmetshin" userId="1fc69c46315d9e5a" providerId="LiveId" clId="{A0EF0C4F-1B40-409A-9B15-D725FFEE52EB}" dt="2025-08-29T06:31:38.820" v="1276"/>
          <ac:inkMkLst>
            <pc:docMk/>
            <pc:sldMk cId="4182356037" sldId="260"/>
            <ac:inkMk id="62" creationId="{89440844-27A1-6DDE-05EA-CBE3D4B04F38}"/>
          </ac:inkMkLst>
        </pc:inkChg>
        <pc:inkChg chg="mod">
          <ac:chgData name="Timur Akhmetshin" userId="1fc69c46315d9e5a" providerId="LiveId" clId="{A0EF0C4F-1B40-409A-9B15-D725FFEE52EB}" dt="2025-08-29T06:31:38.820" v="1276"/>
          <ac:inkMkLst>
            <pc:docMk/>
            <pc:sldMk cId="4182356037" sldId="260"/>
            <ac:inkMk id="63" creationId="{92849180-C407-51A8-9811-60E06D0F3529}"/>
          </ac:inkMkLst>
        </pc:inkChg>
        <pc:inkChg chg="mod">
          <ac:chgData name="Timur Akhmetshin" userId="1fc69c46315d9e5a" providerId="LiveId" clId="{A0EF0C4F-1B40-409A-9B15-D725FFEE52EB}" dt="2025-08-29T06:31:38.820" v="1276"/>
          <ac:inkMkLst>
            <pc:docMk/>
            <pc:sldMk cId="4182356037" sldId="260"/>
            <ac:inkMk id="65" creationId="{E7921156-3A34-9916-D154-B07A743D952C}"/>
          </ac:inkMkLst>
        </pc:inkChg>
        <pc:inkChg chg="mod">
          <ac:chgData name="Timur Akhmetshin" userId="1fc69c46315d9e5a" providerId="LiveId" clId="{A0EF0C4F-1B40-409A-9B15-D725FFEE52EB}" dt="2025-08-29T06:31:38.820" v="1276"/>
          <ac:inkMkLst>
            <pc:docMk/>
            <pc:sldMk cId="4182356037" sldId="260"/>
            <ac:inkMk id="66" creationId="{5AAAC68A-DB7E-59B6-FD31-AB4E75381291}"/>
          </ac:inkMkLst>
        </pc:inkChg>
        <pc:inkChg chg="mod">
          <ac:chgData name="Timur Akhmetshin" userId="1fc69c46315d9e5a" providerId="LiveId" clId="{A0EF0C4F-1B40-409A-9B15-D725FFEE52EB}" dt="2025-08-29T06:31:38.820" v="1276"/>
          <ac:inkMkLst>
            <pc:docMk/>
            <pc:sldMk cId="4182356037" sldId="260"/>
            <ac:inkMk id="67" creationId="{F547DE2F-F242-7DC1-424A-FBCEABAA3A7E}"/>
          </ac:inkMkLst>
        </pc:inkChg>
        <pc:inkChg chg="mod">
          <ac:chgData name="Timur Akhmetshin" userId="1fc69c46315d9e5a" providerId="LiveId" clId="{A0EF0C4F-1B40-409A-9B15-D725FFEE52EB}" dt="2025-08-29T06:31:38.820" v="1276"/>
          <ac:inkMkLst>
            <pc:docMk/>
            <pc:sldMk cId="4182356037" sldId="260"/>
            <ac:inkMk id="68" creationId="{716C81F0-0A59-0C8E-0842-2884FAD3B3C6}"/>
          </ac:inkMkLst>
        </pc:inkChg>
        <pc:inkChg chg="mod">
          <ac:chgData name="Timur Akhmetshin" userId="1fc69c46315d9e5a" providerId="LiveId" clId="{A0EF0C4F-1B40-409A-9B15-D725FFEE52EB}" dt="2025-08-29T06:32:01.843" v="1281"/>
          <ac:inkMkLst>
            <pc:docMk/>
            <pc:sldMk cId="4182356037" sldId="260"/>
            <ac:inkMk id="70" creationId="{AB5FD1E0-DCDB-09ED-69FA-8FDA3F1900A4}"/>
          </ac:inkMkLst>
        </pc:inkChg>
        <pc:inkChg chg="mod">
          <ac:chgData name="Timur Akhmetshin" userId="1fc69c46315d9e5a" providerId="LiveId" clId="{A0EF0C4F-1B40-409A-9B15-D725FFEE52EB}" dt="2025-08-29T06:32:01.843" v="1281"/>
          <ac:inkMkLst>
            <pc:docMk/>
            <pc:sldMk cId="4182356037" sldId="260"/>
            <ac:inkMk id="71" creationId="{D97CE74F-9DD0-D387-A4FB-36B52828AEF6}"/>
          </ac:inkMkLst>
        </pc:inkChg>
        <pc:inkChg chg="mod">
          <ac:chgData name="Timur Akhmetshin" userId="1fc69c46315d9e5a" providerId="LiveId" clId="{A0EF0C4F-1B40-409A-9B15-D725FFEE52EB}" dt="2025-08-29T06:32:01.843" v="1281"/>
          <ac:inkMkLst>
            <pc:docMk/>
            <pc:sldMk cId="4182356037" sldId="260"/>
            <ac:inkMk id="72" creationId="{884F0D84-BB20-3916-50CC-54E353F932E1}"/>
          </ac:inkMkLst>
        </pc:inkChg>
        <pc:inkChg chg="mod">
          <ac:chgData name="Timur Akhmetshin" userId="1fc69c46315d9e5a" providerId="LiveId" clId="{A0EF0C4F-1B40-409A-9B15-D725FFEE52EB}" dt="2025-08-29T06:32:01.843" v="1281"/>
          <ac:inkMkLst>
            <pc:docMk/>
            <pc:sldMk cId="4182356037" sldId="260"/>
            <ac:inkMk id="73" creationId="{2421297E-79AE-7B8A-7649-570FB1B89FEB}"/>
          </ac:inkMkLst>
        </pc:inkChg>
        <pc:inkChg chg="mod">
          <ac:chgData name="Timur Akhmetshin" userId="1fc69c46315d9e5a" providerId="LiveId" clId="{A0EF0C4F-1B40-409A-9B15-D725FFEE52EB}" dt="2025-08-29T06:32:01.843" v="1281"/>
          <ac:inkMkLst>
            <pc:docMk/>
            <pc:sldMk cId="4182356037" sldId="260"/>
            <ac:inkMk id="75" creationId="{FA1652E8-574F-4BBD-CDC6-A6865B523549}"/>
          </ac:inkMkLst>
        </pc:inkChg>
        <pc:inkChg chg="mod">
          <ac:chgData name="Timur Akhmetshin" userId="1fc69c46315d9e5a" providerId="LiveId" clId="{A0EF0C4F-1B40-409A-9B15-D725FFEE52EB}" dt="2025-08-29T06:32:01.843" v="1281"/>
          <ac:inkMkLst>
            <pc:docMk/>
            <pc:sldMk cId="4182356037" sldId="260"/>
            <ac:inkMk id="76" creationId="{C7364802-E677-96B6-F759-811BD5D7E9DA}"/>
          </ac:inkMkLst>
        </pc:inkChg>
        <pc:inkChg chg="mod">
          <ac:chgData name="Timur Akhmetshin" userId="1fc69c46315d9e5a" providerId="LiveId" clId="{A0EF0C4F-1B40-409A-9B15-D725FFEE52EB}" dt="2025-08-29T06:32:01.843" v="1281"/>
          <ac:inkMkLst>
            <pc:docMk/>
            <pc:sldMk cId="4182356037" sldId="260"/>
            <ac:inkMk id="77" creationId="{926D6C49-7860-DDE5-6468-4C1E5613588D}"/>
          </ac:inkMkLst>
        </pc:inkChg>
        <pc:inkChg chg="mod">
          <ac:chgData name="Timur Akhmetshin" userId="1fc69c46315d9e5a" providerId="LiveId" clId="{A0EF0C4F-1B40-409A-9B15-D725FFEE52EB}" dt="2025-08-29T06:32:01.843" v="1281"/>
          <ac:inkMkLst>
            <pc:docMk/>
            <pc:sldMk cId="4182356037" sldId="260"/>
            <ac:inkMk id="78" creationId="{D97C08CD-F4FC-451C-BDD7-05DF275DF012}"/>
          </ac:inkMkLst>
        </pc:inkChg>
        <pc:inkChg chg="mod">
          <ac:chgData name="Timur Akhmetshin" userId="1fc69c46315d9e5a" providerId="LiveId" clId="{A0EF0C4F-1B40-409A-9B15-D725FFEE52EB}" dt="2025-08-29T06:32:05.890" v="1282"/>
          <ac:inkMkLst>
            <pc:docMk/>
            <pc:sldMk cId="4182356037" sldId="260"/>
            <ac:inkMk id="80" creationId="{1D161B18-AE63-DABB-2D36-76B5AD92FC92}"/>
          </ac:inkMkLst>
        </pc:inkChg>
        <pc:inkChg chg="mod">
          <ac:chgData name="Timur Akhmetshin" userId="1fc69c46315d9e5a" providerId="LiveId" clId="{A0EF0C4F-1B40-409A-9B15-D725FFEE52EB}" dt="2025-08-29T06:32:05.890" v="1282"/>
          <ac:inkMkLst>
            <pc:docMk/>
            <pc:sldMk cId="4182356037" sldId="260"/>
            <ac:inkMk id="81" creationId="{A12203B4-D073-2609-B5A8-5E44190F533E}"/>
          </ac:inkMkLst>
        </pc:inkChg>
        <pc:inkChg chg="mod">
          <ac:chgData name="Timur Akhmetshin" userId="1fc69c46315d9e5a" providerId="LiveId" clId="{A0EF0C4F-1B40-409A-9B15-D725FFEE52EB}" dt="2025-08-29T06:32:05.890" v="1282"/>
          <ac:inkMkLst>
            <pc:docMk/>
            <pc:sldMk cId="4182356037" sldId="260"/>
            <ac:inkMk id="82" creationId="{E8DA0544-77BC-E78C-DFE9-841D41F660C4}"/>
          </ac:inkMkLst>
        </pc:inkChg>
        <pc:inkChg chg="mod">
          <ac:chgData name="Timur Akhmetshin" userId="1fc69c46315d9e5a" providerId="LiveId" clId="{A0EF0C4F-1B40-409A-9B15-D725FFEE52EB}" dt="2025-08-29T06:32:05.890" v="1282"/>
          <ac:inkMkLst>
            <pc:docMk/>
            <pc:sldMk cId="4182356037" sldId="260"/>
            <ac:inkMk id="83" creationId="{70EC32F3-0C2C-356E-5A77-2EF177989044}"/>
          </ac:inkMkLst>
        </pc:inkChg>
        <pc:inkChg chg="mod">
          <ac:chgData name="Timur Akhmetshin" userId="1fc69c46315d9e5a" providerId="LiveId" clId="{A0EF0C4F-1B40-409A-9B15-D725FFEE52EB}" dt="2025-08-29T06:32:05.890" v="1282"/>
          <ac:inkMkLst>
            <pc:docMk/>
            <pc:sldMk cId="4182356037" sldId="260"/>
            <ac:inkMk id="85" creationId="{011858B7-DCF0-68E3-623E-D232CE136DDD}"/>
          </ac:inkMkLst>
        </pc:inkChg>
        <pc:inkChg chg="mod">
          <ac:chgData name="Timur Akhmetshin" userId="1fc69c46315d9e5a" providerId="LiveId" clId="{A0EF0C4F-1B40-409A-9B15-D725FFEE52EB}" dt="2025-08-29T06:32:05.890" v="1282"/>
          <ac:inkMkLst>
            <pc:docMk/>
            <pc:sldMk cId="4182356037" sldId="260"/>
            <ac:inkMk id="86" creationId="{1B7E9E62-64B2-2787-5DEA-42E46B2DEDDA}"/>
          </ac:inkMkLst>
        </pc:inkChg>
        <pc:inkChg chg="mod">
          <ac:chgData name="Timur Akhmetshin" userId="1fc69c46315d9e5a" providerId="LiveId" clId="{A0EF0C4F-1B40-409A-9B15-D725FFEE52EB}" dt="2025-08-29T06:32:05.890" v="1282"/>
          <ac:inkMkLst>
            <pc:docMk/>
            <pc:sldMk cId="4182356037" sldId="260"/>
            <ac:inkMk id="87" creationId="{08760B30-F790-BD60-7EC5-88046AE6A275}"/>
          </ac:inkMkLst>
        </pc:inkChg>
        <pc:inkChg chg="mod">
          <ac:chgData name="Timur Akhmetshin" userId="1fc69c46315d9e5a" providerId="LiveId" clId="{A0EF0C4F-1B40-409A-9B15-D725FFEE52EB}" dt="2025-08-29T06:32:05.890" v="1282"/>
          <ac:inkMkLst>
            <pc:docMk/>
            <pc:sldMk cId="4182356037" sldId="260"/>
            <ac:inkMk id="88" creationId="{388C41C2-8CDA-9CFC-EA40-BD624FBEE02D}"/>
          </ac:inkMkLst>
        </pc:inkChg>
        <pc:inkChg chg="add mod">
          <ac:chgData name="Timur Akhmetshin" userId="1fc69c46315d9e5a" providerId="LiveId" clId="{A0EF0C4F-1B40-409A-9B15-D725FFEE52EB}" dt="2025-08-29T06:32:17.266" v="1286"/>
          <ac:inkMkLst>
            <pc:docMk/>
            <pc:sldMk cId="4182356037" sldId="260"/>
            <ac:inkMk id="89" creationId="{9E3B72F4-EBE6-13EA-8160-AA892D089834}"/>
          </ac:inkMkLst>
        </pc:inkChg>
        <pc:inkChg chg="add mod">
          <ac:chgData name="Timur Akhmetshin" userId="1fc69c46315d9e5a" providerId="LiveId" clId="{A0EF0C4F-1B40-409A-9B15-D725FFEE52EB}" dt="2025-08-29T06:32:17.266" v="1286"/>
          <ac:inkMkLst>
            <pc:docMk/>
            <pc:sldMk cId="4182356037" sldId="260"/>
            <ac:inkMk id="90" creationId="{7A4978C2-CACA-33EB-8401-4F45ABDE5FEA}"/>
          </ac:inkMkLst>
        </pc:inkChg>
        <pc:inkChg chg="add del">
          <ac:chgData name="Timur Akhmetshin" userId="1fc69c46315d9e5a" providerId="LiveId" clId="{A0EF0C4F-1B40-409A-9B15-D725FFEE52EB}" dt="2025-08-29T06:33:00.798" v="1289" actId="9405"/>
          <ac:inkMkLst>
            <pc:docMk/>
            <pc:sldMk cId="4182356037" sldId="260"/>
            <ac:inkMk id="94" creationId="{E148F02D-A317-C7E2-4FCD-E51519E86045}"/>
          </ac:inkMkLst>
        </pc:inkChg>
        <pc:inkChg chg="add del">
          <ac:chgData name="Timur Akhmetshin" userId="1fc69c46315d9e5a" providerId="LiveId" clId="{A0EF0C4F-1B40-409A-9B15-D725FFEE52EB}" dt="2025-08-29T06:33:18.841" v="1294" actId="9405"/>
          <ac:inkMkLst>
            <pc:docMk/>
            <pc:sldMk cId="4182356037" sldId="260"/>
            <ac:inkMk id="95" creationId="{48C1E879-E44F-4C81-BBC6-0833DF442DF2}"/>
          </ac:inkMkLst>
        </pc:inkChg>
        <pc:inkChg chg="add del">
          <ac:chgData name="Timur Akhmetshin" userId="1fc69c46315d9e5a" providerId="LiveId" clId="{A0EF0C4F-1B40-409A-9B15-D725FFEE52EB}" dt="2025-08-29T06:33:31.725" v="1296" actId="9405"/>
          <ac:inkMkLst>
            <pc:docMk/>
            <pc:sldMk cId="4182356037" sldId="260"/>
            <ac:inkMk id="96" creationId="{DD3CFA35-9DDF-10B9-7C6B-2E3810AFA4A6}"/>
          </ac:inkMkLst>
        </pc:inkChg>
        <pc:inkChg chg="mod">
          <ac:chgData name="Timur Akhmetshin" userId="1fc69c46315d9e5a" providerId="LiveId" clId="{A0EF0C4F-1B40-409A-9B15-D725FFEE52EB}" dt="2025-08-29T06:33:38.213" v="1297"/>
          <ac:inkMkLst>
            <pc:docMk/>
            <pc:sldMk cId="4182356037" sldId="260"/>
            <ac:inkMk id="98" creationId="{53A080FF-EA3F-81D4-CE23-C2B23E96FC67}"/>
          </ac:inkMkLst>
        </pc:inkChg>
        <pc:inkChg chg="mod">
          <ac:chgData name="Timur Akhmetshin" userId="1fc69c46315d9e5a" providerId="LiveId" clId="{A0EF0C4F-1B40-409A-9B15-D725FFEE52EB}" dt="2025-08-29T06:33:38.213" v="1297"/>
          <ac:inkMkLst>
            <pc:docMk/>
            <pc:sldMk cId="4182356037" sldId="260"/>
            <ac:inkMk id="99" creationId="{9B25F1F1-1D12-61EE-61E1-C54FC449F8F7}"/>
          </ac:inkMkLst>
        </pc:inkChg>
        <pc:inkChg chg="mod">
          <ac:chgData name="Timur Akhmetshin" userId="1fc69c46315d9e5a" providerId="LiveId" clId="{A0EF0C4F-1B40-409A-9B15-D725FFEE52EB}" dt="2025-08-29T06:33:38.213" v="1297"/>
          <ac:inkMkLst>
            <pc:docMk/>
            <pc:sldMk cId="4182356037" sldId="260"/>
            <ac:inkMk id="100" creationId="{E89E4785-9DD8-EF2E-C08D-6F8E79C3C23D}"/>
          </ac:inkMkLst>
        </pc:inkChg>
        <pc:inkChg chg="mod">
          <ac:chgData name="Timur Akhmetshin" userId="1fc69c46315d9e5a" providerId="LiveId" clId="{A0EF0C4F-1B40-409A-9B15-D725FFEE52EB}" dt="2025-08-29T06:33:38.213" v="1297"/>
          <ac:inkMkLst>
            <pc:docMk/>
            <pc:sldMk cId="4182356037" sldId="260"/>
            <ac:inkMk id="101" creationId="{3AE6C1D4-70AB-78AC-31E5-BA562E7FCE2D}"/>
          </ac:inkMkLst>
        </pc:inkChg>
        <pc:inkChg chg="mod">
          <ac:chgData name="Timur Akhmetshin" userId="1fc69c46315d9e5a" providerId="LiveId" clId="{A0EF0C4F-1B40-409A-9B15-D725FFEE52EB}" dt="2025-08-29T06:33:38.213" v="1297"/>
          <ac:inkMkLst>
            <pc:docMk/>
            <pc:sldMk cId="4182356037" sldId="260"/>
            <ac:inkMk id="103" creationId="{A32F6BAC-89B1-2197-B3A1-466A02D9F7D3}"/>
          </ac:inkMkLst>
        </pc:inkChg>
        <pc:inkChg chg="mod">
          <ac:chgData name="Timur Akhmetshin" userId="1fc69c46315d9e5a" providerId="LiveId" clId="{A0EF0C4F-1B40-409A-9B15-D725FFEE52EB}" dt="2025-08-29T06:33:38.213" v="1297"/>
          <ac:inkMkLst>
            <pc:docMk/>
            <pc:sldMk cId="4182356037" sldId="260"/>
            <ac:inkMk id="104" creationId="{3E8D7A98-3203-7EA0-8B91-1765F864B484}"/>
          </ac:inkMkLst>
        </pc:inkChg>
        <pc:inkChg chg="mod">
          <ac:chgData name="Timur Akhmetshin" userId="1fc69c46315d9e5a" providerId="LiveId" clId="{A0EF0C4F-1B40-409A-9B15-D725FFEE52EB}" dt="2025-08-29T06:33:38.213" v="1297"/>
          <ac:inkMkLst>
            <pc:docMk/>
            <pc:sldMk cId="4182356037" sldId="260"/>
            <ac:inkMk id="105" creationId="{012F46FF-6224-9318-17D9-4CA8A5673D32}"/>
          </ac:inkMkLst>
        </pc:inkChg>
        <pc:inkChg chg="mod">
          <ac:chgData name="Timur Akhmetshin" userId="1fc69c46315d9e5a" providerId="LiveId" clId="{A0EF0C4F-1B40-409A-9B15-D725FFEE52EB}" dt="2025-08-29T06:33:38.213" v="1297"/>
          <ac:inkMkLst>
            <pc:docMk/>
            <pc:sldMk cId="4182356037" sldId="260"/>
            <ac:inkMk id="106" creationId="{048D8E8C-03AC-BA45-BDBA-97FD2B2160A5}"/>
          </ac:inkMkLst>
        </pc:inkChg>
        <pc:inkChg chg="add del">
          <ac:chgData name="Timur Akhmetshin" userId="1fc69c46315d9e5a" providerId="LiveId" clId="{A0EF0C4F-1B40-409A-9B15-D725FFEE52EB}" dt="2025-08-29T06:34:05.456" v="1300" actId="9405"/>
          <ac:inkMkLst>
            <pc:docMk/>
            <pc:sldMk cId="4182356037" sldId="260"/>
            <ac:inkMk id="107" creationId="{69CD1111-BDC0-E5F0-959B-BA8F4800ED76}"/>
          </ac:inkMkLst>
        </pc:inkChg>
      </pc:sldChg>
      <pc:sldChg chg="addSp delSp modSp new mod">
        <pc:chgData name="Timur Akhmetshin" userId="1fc69c46315d9e5a" providerId="LiveId" clId="{A0EF0C4F-1B40-409A-9B15-D725FFEE52EB}" dt="2025-08-29T06:36:34.352" v="1315" actId="1076"/>
        <pc:sldMkLst>
          <pc:docMk/>
          <pc:sldMk cId="3234427506" sldId="261"/>
        </pc:sldMkLst>
        <pc:spChg chg="add mod">
          <ac:chgData name="Timur Akhmetshin" userId="1fc69c46315d9e5a" providerId="LiveId" clId="{A0EF0C4F-1B40-409A-9B15-D725FFEE52EB}" dt="2025-08-29T06:36:34.352" v="1315" actId="1076"/>
          <ac:spMkLst>
            <pc:docMk/>
            <pc:sldMk cId="3234427506" sldId="261"/>
            <ac:spMk id="11" creationId="{D90735AF-7CA1-F624-7A52-A753D1774631}"/>
          </ac:spMkLst>
        </pc:spChg>
        <pc:grpChg chg="mod">
          <ac:chgData name="Timur Akhmetshin" userId="1fc69c46315d9e5a" providerId="LiveId" clId="{A0EF0C4F-1B40-409A-9B15-D725FFEE52EB}" dt="2025-08-29T06:36:00.151" v="1309"/>
          <ac:grpSpMkLst>
            <pc:docMk/>
            <pc:sldMk cId="3234427506" sldId="261"/>
            <ac:grpSpMk id="9" creationId="{2D135300-862C-AB63-0425-8F7C5ADEDECE}"/>
          </ac:grpSpMkLst>
        </pc:grpChg>
        <pc:picChg chg="add mod">
          <ac:chgData name="Timur Akhmetshin" userId="1fc69c46315d9e5a" providerId="LiveId" clId="{A0EF0C4F-1B40-409A-9B15-D725FFEE52EB}" dt="2025-08-29T06:34:53.494" v="1302"/>
          <ac:picMkLst>
            <pc:docMk/>
            <pc:sldMk cId="3234427506" sldId="261"/>
            <ac:picMk id="2" creationId="{2DAEC013-B8FB-6601-2E80-DA2AD15EF871}"/>
          </ac:picMkLst>
        </pc:picChg>
        <pc:picChg chg="add mod">
          <ac:chgData name="Timur Akhmetshin" userId="1fc69c46315d9e5a" providerId="LiveId" clId="{A0EF0C4F-1B40-409A-9B15-D725FFEE52EB}" dt="2025-08-29T06:36:13.293" v="1310"/>
          <ac:picMkLst>
            <pc:docMk/>
            <pc:sldMk cId="3234427506" sldId="261"/>
            <ac:picMk id="10" creationId="{4356358E-ABBA-D852-C4FC-74D9D0CFB52A}"/>
          </ac:picMkLst>
        </pc:picChg>
        <pc:inkChg chg="add">
          <ac:chgData name="Timur Akhmetshin" userId="1fc69c46315d9e5a" providerId="LiveId" clId="{A0EF0C4F-1B40-409A-9B15-D725FFEE52EB}" dt="2025-08-29T06:35:27.847" v="1303" actId="9405"/>
          <ac:inkMkLst>
            <pc:docMk/>
            <pc:sldMk cId="3234427506" sldId="261"/>
            <ac:inkMk id="3" creationId="{36339A6A-7F2E-CF08-D62A-DA9B7B9353FD}"/>
          </ac:inkMkLst>
        </pc:inkChg>
        <pc:inkChg chg="add">
          <ac:chgData name="Timur Akhmetshin" userId="1fc69c46315d9e5a" providerId="LiveId" clId="{A0EF0C4F-1B40-409A-9B15-D725FFEE52EB}" dt="2025-08-29T06:35:32.899" v="1304" actId="9405"/>
          <ac:inkMkLst>
            <pc:docMk/>
            <pc:sldMk cId="3234427506" sldId="261"/>
            <ac:inkMk id="4" creationId="{C8FE22F0-9A23-D400-3972-F9AB8FE6F7C3}"/>
          </ac:inkMkLst>
        </pc:inkChg>
        <pc:inkChg chg="add del">
          <ac:chgData name="Timur Akhmetshin" userId="1fc69c46315d9e5a" providerId="LiveId" clId="{A0EF0C4F-1B40-409A-9B15-D725FFEE52EB}" dt="2025-08-29T06:35:44.119" v="1306"/>
          <ac:inkMkLst>
            <pc:docMk/>
            <pc:sldMk cId="3234427506" sldId="261"/>
            <ac:inkMk id="5" creationId="{E4E86A75-7889-02AE-9E0A-123B973250A0}"/>
          </ac:inkMkLst>
        </pc:inkChg>
        <pc:inkChg chg="add">
          <ac:chgData name="Timur Akhmetshin" userId="1fc69c46315d9e5a" providerId="LiveId" clId="{A0EF0C4F-1B40-409A-9B15-D725FFEE52EB}" dt="2025-08-29T06:35:44.119" v="1306"/>
          <ac:inkMkLst>
            <pc:docMk/>
            <pc:sldMk cId="3234427506" sldId="261"/>
            <ac:inkMk id="6" creationId="{46369DCC-72F0-398B-09F0-D65C322FBD82}"/>
          </ac:inkMkLst>
        </pc:inkChg>
        <pc:inkChg chg="add mod">
          <ac:chgData name="Timur Akhmetshin" userId="1fc69c46315d9e5a" providerId="LiveId" clId="{A0EF0C4F-1B40-409A-9B15-D725FFEE52EB}" dt="2025-08-29T06:36:00.151" v="1309"/>
          <ac:inkMkLst>
            <pc:docMk/>
            <pc:sldMk cId="3234427506" sldId="261"/>
            <ac:inkMk id="7" creationId="{9E8FD40C-1F35-A137-F5F9-ED1FD5AF1013}"/>
          </ac:inkMkLst>
        </pc:inkChg>
        <pc:inkChg chg="add mod">
          <ac:chgData name="Timur Akhmetshin" userId="1fc69c46315d9e5a" providerId="LiveId" clId="{A0EF0C4F-1B40-409A-9B15-D725FFEE52EB}" dt="2025-08-29T06:36:00.151" v="1309"/>
          <ac:inkMkLst>
            <pc:docMk/>
            <pc:sldMk cId="3234427506" sldId="261"/>
            <ac:inkMk id="8" creationId="{47E19579-2B96-EC52-C7FA-13C3817FB057}"/>
          </ac:inkMkLst>
        </pc:inkChg>
      </pc:sldChg>
      <pc:sldChg chg="addSp delSp modSp new mod">
        <pc:chgData name="Timur Akhmetshin" userId="1fc69c46315d9e5a" providerId="LiveId" clId="{A0EF0C4F-1B40-409A-9B15-D725FFEE52EB}" dt="2025-08-29T07:10:29.232" v="1403" actId="478"/>
        <pc:sldMkLst>
          <pc:docMk/>
          <pc:sldMk cId="3934925646" sldId="262"/>
        </pc:sldMkLst>
        <pc:spChg chg="add mod">
          <ac:chgData name="Timur Akhmetshin" userId="1fc69c46315d9e5a" providerId="LiveId" clId="{A0EF0C4F-1B40-409A-9B15-D725FFEE52EB}" dt="2025-08-29T06:37:06.736" v="1317"/>
          <ac:spMkLst>
            <pc:docMk/>
            <pc:sldMk cId="3934925646" sldId="262"/>
            <ac:spMk id="2" creationId="{3C2FA759-20C4-AE24-66B1-C49EA4DEB7CD}"/>
          </ac:spMkLst>
        </pc:spChg>
        <pc:spChg chg="add mod">
          <ac:chgData name="Timur Akhmetshin" userId="1fc69c46315d9e5a" providerId="LiveId" clId="{A0EF0C4F-1B40-409A-9B15-D725FFEE52EB}" dt="2025-08-29T06:38:17.286" v="1326" actId="20577"/>
          <ac:spMkLst>
            <pc:docMk/>
            <pc:sldMk cId="3934925646" sldId="262"/>
            <ac:spMk id="6" creationId="{DCFFB2C4-6D4F-2F01-969B-1D3EB975DC63}"/>
          </ac:spMkLst>
        </pc:spChg>
        <pc:spChg chg="add mod">
          <ac:chgData name="Timur Akhmetshin" userId="1fc69c46315d9e5a" providerId="LiveId" clId="{A0EF0C4F-1B40-409A-9B15-D725FFEE52EB}" dt="2025-08-29T06:41:17.195" v="1353" actId="1076"/>
          <ac:spMkLst>
            <pc:docMk/>
            <pc:sldMk cId="3934925646" sldId="262"/>
            <ac:spMk id="7" creationId="{19DAFA92-5E81-FD23-1088-8C9919E66D1A}"/>
          </ac:spMkLst>
        </pc:spChg>
        <pc:spChg chg="add mod">
          <ac:chgData name="Timur Akhmetshin" userId="1fc69c46315d9e5a" providerId="LiveId" clId="{A0EF0C4F-1B40-409A-9B15-D725FFEE52EB}" dt="2025-08-29T06:40:46.427" v="1350" actId="2085"/>
          <ac:spMkLst>
            <pc:docMk/>
            <pc:sldMk cId="3934925646" sldId="262"/>
            <ac:spMk id="8" creationId="{C1E7DBBA-BEB8-7847-AF7A-8B59B9147356}"/>
          </ac:spMkLst>
        </pc:spChg>
        <pc:picChg chg="add del mod">
          <ac:chgData name="Timur Akhmetshin" userId="1fc69c46315d9e5a" providerId="LiveId" clId="{A0EF0C4F-1B40-409A-9B15-D725FFEE52EB}" dt="2025-08-29T07:10:29.232" v="1403" actId="478"/>
          <ac:picMkLst>
            <pc:docMk/>
            <pc:sldMk cId="3934925646" sldId="262"/>
            <ac:picMk id="4" creationId="{8C0E8179-0B7E-1BCD-CBE3-D86176A709C3}"/>
          </ac:picMkLst>
        </pc:picChg>
        <pc:picChg chg="add mod ord">
          <ac:chgData name="Timur Akhmetshin" userId="1fc69c46315d9e5a" providerId="LiveId" clId="{A0EF0C4F-1B40-409A-9B15-D725FFEE52EB}" dt="2025-08-29T06:41:21.530" v="1356" actId="1076"/>
          <ac:picMkLst>
            <pc:docMk/>
            <pc:sldMk cId="3934925646" sldId="262"/>
            <ac:picMk id="5" creationId="{2EAD4D26-58B7-6301-5492-BEF9CA6A52DB}"/>
          </ac:picMkLst>
        </pc:picChg>
        <pc:inkChg chg="add del">
          <ac:chgData name="Timur Akhmetshin" userId="1fc69c46315d9e5a" providerId="LiveId" clId="{A0EF0C4F-1B40-409A-9B15-D725FFEE52EB}" dt="2025-08-29T06:41:34.482" v="1358" actId="9405"/>
          <ac:inkMkLst>
            <pc:docMk/>
            <pc:sldMk cId="3934925646" sldId="262"/>
            <ac:inkMk id="9" creationId="{79F159E7-31E9-A5B3-F819-39CA4F326908}"/>
          </ac:inkMkLst>
        </pc:inkChg>
        <pc:inkChg chg="add">
          <ac:chgData name="Timur Akhmetshin" userId="1fc69c46315d9e5a" providerId="LiveId" clId="{A0EF0C4F-1B40-409A-9B15-D725FFEE52EB}" dt="2025-08-29T06:41:41.111" v="1359" actId="9405"/>
          <ac:inkMkLst>
            <pc:docMk/>
            <pc:sldMk cId="3934925646" sldId="262"/>
            <ac:inkMk id="10" creationId="{291BCB01-BB6F-D37A-D853-8241D2F2FCF4}"/>
          </ac:inkMkLst>
        </pc:inkChg>
        <pc:inkChg chg="add">
          <ac:chgData name="Timur Akhmetshin" userId="1fc69c46315d9e5a" providerId="LiveId" clId="{A0EF0C4F-1B40-409A-9B15-D725FFEE52EB}" dt="2025-08-29T07:10:26.485" v="1402" actId="9405"/>
          <ac:inkMkLst>
            <pc:docMk/>
            <pc:sldMk cId="3934925646" sldId="262"/>
            <ac:inkMk id="11" creationId="{E3DC868F-3274-9332-F05A-5D263C274127}"/>
          </ac:inkMkLst>
        </pc:inkChg>
      </pc:sldChg>
      <pc:sldChg chg="addSp modSp new mod">
        <pc:chgData name="Timur Akhmetshin" userId="1fc69c46315d9e5a" providerId="LiveId" clId="{A0EF0C4F-1B40-409A-9B15-D725FFEE52EB}" dt="2025-08-29T06:44:21.414" v="1368" actId="9405"/>
        <pc:sldMkLst>
          <pc:docMk/>
          <pc:sldMk cId="2122587906" sldId="263"/>
        </pc:sldMkLst>
        <pc:spChg chg="add mod">
          <ac:chgData name="Timur Akhmetshin" userId="1fc69c46315d9e5a" providerId="LiveId" clId="{A0EF0C4F-1B40-409A-9B15-D725FFEE52EB}" dt="2025-08-29T06:42:10.839" v="1362" actId="20577"/>
          <ac:spMkLst>
            <pc:docMk/>
            <pc:sldMk cId="2122587906" sldId="263"/>
            <ac:spMk id="2" creationId="{81A121CE-5601-3D68-0E12-8D8CC6E59D0D}"/>
          </ac:spMkLst>
        </pc:spChg>
        <pc:picChg chg="add mod">
          <ac:chgData name="Timur Akhmetshin" userId="1fc69c46315d9e5a" providerId="LiveId" clId="{A0EF0C4F-1B40-409A-9B15-D725FFEE52EB}" dt="2025-08-29T06:43:43.236" v="1365" actId="1076"/>
          <ac:picMkLst>
            <pc:docMk/>
            <pc:sldMk cId="2122587906" sldId="263"/>
            <ac:picMk id="3" creationId="{0284C2B1-A55A-0303-90CF-1BDC83664EAF}"/>
          </ac:picMkLst>
        </pc:picChg>
        <pc:inkChg chg="add">
          <ac:chgData name="Timur Akhmetshin" userId="1fc69c46315d9e5a" providerId="LiveId" clId="{A0EF0C4F-1B40-409A-9B15-D725FFEE52EB}" dt="2025-08-29T06:44:02.223" v="1366" actId="9405"/>
          <ac:inkMkLst>
            <pc:docMk/>
            <pc:sldMk cId="2122587906" sldId="263"/>
            <ac:inkMk id="4" creationId="{01A11AAD-7154-8BEE-0129-1DE8230FCD41}"/>
          </ac:inkMkLst>
        </pc:inkChg>
        <pc:inkChg chg="add">
          <ac:chgData name="Timur Akhmetshin" userId="1fc69c46315d9e5a" providerId="LiveId" clId="{A0EF0C4F-1B40-409A-9B15-D725FFEE52EB}" dt="2025-08-29T06:44:05.687" v="1367" actId="9405"/>
          <ac:inkMkLst>
            <pc:docMk/>
            <pc:sldMk cId="2122587906" sldId="263"/>
            <ac:inkMk id="5" creationId="{FCDF156E-4695-30CB-2BDF-52E31402BD2A}"/>
          </ac:inkMkLst>
        </pc:inkChg>
        <pc:inkChg chg="add">
          <ac:chgData name="Timur Akhmetshin" userId="1fc69c46315d9e5a" providerId="LiveId" clId="{A0EF0C4F-1B40-409A-9B15-D725FFEE52EB}" dt="2025-08-29T06:44:21.414" v="1368" actId="9405"/>
          <ac:inkMkLst>
            <pc:docMk/>
            <pc:sldMk cId="2122587906" sldId="263"/>
            <ac:inkMk id="6" creationId="{34A56D44-7E91-88B6-0121-1F848071BF93}"/>
          </ac:inkMkLst>
        </pc:inkChg>
      </pc:sldChg>
      <pc:sldChg chg="addSp delSp modSp new mod ord">
        <pc:chgData name="Timur Akhmetshin" userId="1fc69c46315d9e5a" providerId="LiveId" clId="{A0EF0C4F-1B40-409A-9B15-D725FFEE52EB}" dt="2025-08-29T06:47:32.644" v="1398"/>
        <pc:sldMkLst>
          <pc:docMk/>
          <pc:sldMk cId="996986330" sldId="264"/>
        </pc:sldMkLst>
        <pc:spChg chg="add mod">
          <ac:chgData name="Timur Akhmetshin" userId="1fc69c46315d9e5a" providerId="LiveId" clId="{A0EF0C4F-1B40-409A-9B15-D725FFEE52EB}" dt="2025-08-29T06:45:29.635" v="1374" actId="20577"/>
          <ac:spMkLst>
            <pc:docMk/>
            <pc:sldMk cId="996986330" sldId="264"/>
            <ac:spMk id="3" creationId="{866B2DC3-64E9-A26B-7F8E-ADB39EF3B392}"/>
          </ac:spMkLst>
        </pc:spChg>
        <pc:grpChg chg="del mod">
          <ac:chgData name="Timur Akhmetshin" userId="1fc69c46315d9e5a" providerId="LiveId" clId="{A0EF0C4F-1B40-409A-9B15-D725FFEE52EB}" dt="2025-08-29T06:46:46.603" v="1384"/>
          <ac:grpSpMkLst>
            <pc:docMk/>
            <pc:sldMk cId="996986330" sldId="264"/>
            <ac:grpSpMk id="9" creationId="{EF2A58A8-23F0-9C3D-50F3-90AC0DE78153}"/>
          </ac:grpSpMkLst>
        </pc:grpChg>
        <pc:grpChg chg="del mod">
          <ac:chgData name="Timur Akhmetshin" userId="1fc69c46315d9e5a" providerId="LiveId" clId="{A0EF0C4F-1B40-409A-9B15-D725FFEE52EB}" dt="2025-08-29T06:46:50.218" v="1386"/>
          <ac:grpSpMkLst>
            <pc:docMk/>
            <pc:sldMk cId="996986330" sldId="264"/>
            <ac:grpSpMk id="12" creationId="{F480AF32-04B8-AB3F-383B-5D470E9ACF4B}"/>
          </ac:grpSpMkLst>
        </pc:grpChg>
        <pc:grpChg chg="del mod">
          <ac:chgData name="Timur Akhmetshin" userId="1fc69c46315d9e5a" providerId="LiveId" clId="{A0EF0C4F-1B40-409A-9B15-D725FFEE52EB}" dt="2025-08-29T06:47:32.644" v="1398"/>
          <ac:grpSpMkLst>
            <pc:docMk/>
            <pc:sldMk cId="996986330" sldId="264"/>
            <ac:grpSpMk id="14" creationId="{7F849772-2F15-4A99-90C2-A5305CF97C2F}"/>
          </ac:grpSpMkLst>
        </pc:grpChg>
        <pc:grpChg chg="del mod">
          <ac:chgData name="Timur Akhmetshin" userId="1fc69c46315d9e5a" providerId="LiveId" clId="{A0EF0C4F-1B40-409A-9B15-D725FFEE52EB}" dt="2025-08-29T06:47:07.768" v="1394"/>
          <ac:grpSpMkLst>
            <pc:docMk/>
            <pc:sldMk cId="996986330" sldId="264"/>
            <ac:grpSpMk id="18" creationId="{68A3145B-B1A9-E820-F3C4-C9C9DE31BC2C}"/>
          </ac:grpSpMkLst>
        </pc:grpChg>
        <pc:grpChg chg="del mod">
          <ac:chgData name="Timur Akhmetshin" userId="1fc69c46315d9e5a" providerId="LiveId" clId="{A0EF0C4F-1B40-409A-9B15-D725FFEE52EB}" dt="2025-08-29T06:47:27.715" v="1396"/>
          <ac:grpSpMkLst>
            <pc:docMk/>
            <pc:sldMk cId="996986330" sldId="264"/>
            <ac:grpSpMk id="22" creationId="{8A244DFA-3B76-A74E-0230-FC13BD57D76A}"/>
          </ac:grpSpMkLst>
        </pc:grpChg>
        <pc:grpChg chg="mod">
          <ac:chgData name="Timur Akhmetshin" userId="1fc69c46315d9e5a" providerId="LiveId" clId="{A0EF0C4F-1B40-409A-9B15-D725FFEE52EB}" dt="2025-08-29T06:47:27.715" v="1396"/>
          <ac:grpSpMkLst>
            <pc:docMk/>
            <pc:sldMk cId="996986330" sldId="264"/>
            <ac:grpSpMk id="24" creationId="{C7286BA4-2F97-3ED0-ADD2-4DDD19E0EFF5}"/>
          </ac:grpSpMkLst>
        </pc:grpChg>
        <pc:grpChg chg="mod">
          <ac:chgData name="Timur Akhmetshin" userId="1fc69c46315d9e5a" providerId="LiveId" clId="{A0EF0C4F-1B40-409A-9B15-D725FFEE52EB}" dt="2025-08-29T06:47:32.644" v="1398"/>
          <ac:grpSpMkLst>
            <pc:docMk/>
            <pc:sldMk cId="996986330" sldId="264"/>
            <ac:grpSpMk id="26" creationId="{36399B8C-23A4-D1A4-E2C6-47C9DF9F91FB}"/>
          </ac:grpSpMkLst>
        </pc:grpChg>
        <pc:picChg chg="add mod">
          <ac:chgData name="Timur Akhmetshin" userId="1fc69c46315d9e5a" providerId="LiveId" clId="{A0EF0C4F-1B40-409A-9B15-D725FFEE52EB}" dt="2025-08-29T06:45:19.490" v="1372"/>
          <ac:picMkLst>
            <pc:docMk/>
            <pc:sldMk cId="996986330" sldId="264"/>
            <ac:picMk id="2" creationId="{369D7A7E-20D7-46A4-E185-6718CC7ABFF8}"/>
          </ac:picMkLst>
        </pc:picChg>
        <pc:picChg chg="add mod">
          <ac:chgData name="Timur Akhmetshin" userId="1fc69c46315d9e5a" providerId="LiveId" clId="{A0EF0C4F-1B40-409A-9B15-D725FFEE52EB}" dt="2025-08-29T06:46:08.340" v="1377" actId="1076"/>
          <ac:picMkLst>
            <pc:docMk/>
            <pc:sldMk cId="996986330" sldId="264"/>
            <ac:picMk id="5" creationId="{266DA4E5-DB9E-3944-1951-471868C4F644}"/>
          </ac:picMkLst>
        </pc:picChg>
        <pc:inkChg chg="add">
          <ac:chgData name="Timur Akhmetshin" userId="1fc69c46315d9e5a" providerId="LiveId" clId="{A0EF0C4F-1B40-409A-9B15-D725FFEE52EB}" dt="2025-08-29T06:46:30.563" v="1378" actId="9405"/>
          <ac:inkMkLst>
            <pc:docMk/>
            <pc:sldMk cId="996986330" sldId="264"/>
            <ac:inkMk id="6" creationId="{5C8A6BFF-CBC1-C326-A2CF-BB136CC2B16E}"/>
          </ac:inkMkLst>
        </pc:inkChg>
        <pc:inkChg chg="add mod">
          <ac:chgData name="Timur Akhmetshin" userId="1fc69c46315d9e5a" providerId="LiveId" clId="{A0EF0C4F-1B40-409A-9B15-D725FFEE52EB}" dt="2025-08-29T06:47:32.644" v="1398"/>
          <ac:inkMkLst>
            <pc:docMk/>
            <pc:sldMk cId="996986330" sldId="264"/>
            <ac:inkMk id="7" creationId="{33BD1C3E-B71C-D250-D4AD-2D05699BF4E5}"/>
          </ac:inkMkLst>
        </pc:inkChg>
        <pc:inkChg chg="add mod">
          <ac:chgData name="Timur Akhmetshin" userId="1fc69c46315d9e5a" providerId="LiveId" clId="{A0EF0C4F-1B40-409A-9B15-D725FFEE52EB}" dt="2025-08-29T06:47:32.644" v="1398"/>
          <ac:inkMkLst>
            <pc:docMk/>
            <pc:sldMk cId="996986330" sldId="264"/>
            <ac:inkMk id="8" creationId="{A1280B5E-5B29-44F6-79E0-9CE495BF2765}"/>
          </ac:inkMkLst>
        </pc:inkChg>
        <pc:inkChg chg="add mod">
          <ac:chgData name="Timur Akhmetshin" userId="1fc69c46315d9e5a" providerId="LiveId" clId="{A0EF0C4F-1B40-409A-9B15-D725FFEE52EB}" dt="2025-08-29T06:47:32.644" v="1398"/>
          <ac:inkMkLst>
            <pc:docMk/>
            <pc:sldMk cId="996986330" sldId="264"/>
            <ac:inkMk id="10" creationId="{ACCA7FF6-7DCB-805F-1BDB-98AE637B24E7}"/>
          </ac:inkMkLst>
        </pc:inkChg>
        <pc:inkChg chg="add mod">
          <ac:chgData name="Timur Akhmetshin" userId="1fc69c46315d9e5a" providerId="LiveId" clId="{A0EF0C4F-1B40-409A-9B15-D725FFEE52EB}" dt="2025-08-29T06:47:32.644" v="1398"/>
          <ac:inkMkLst>
            <pc:docMk/>
            <pc:sldMk cId="996986330" sldId="264"/>
            <ac:inkMk id="11" creationId="{407AF6F7-2691-A36D-40E0-82A2B366F4C2}"/>
          </ac:inkMkLst>
        </pc:inkChg>
        <pc:inkChg chg="add mod">
          <ac:chgData name="Timur Akhmetshin" userId="1fc69c46315d9e5a" providerId="LiveId" clId="{A0EF0C4F-1B40-409A-9B15-D725FFEE52EB}" dt="2025-08-29T06:47:32.644" v="1398"/>
          <ac:inkMkLst>
            <pc:docMk/>
            <pc:sldMk cId="996986330" sldId="264"/>
            <ac:inkMk id="13" creationId="{5241FA5D-BAF5-BA7B-AC54-4537A38EBFA0}"/>
          </ac:inkMkLst>
        </pc:inkChg>
        <pc:inkChg chg="add mod">
          <ac:chgData name="Timur Akhmetshin" userId="1fc69c46315d9e5a" providerId="LiveId" clId="{A0EF0C4F-1B40-409A-9B15-D725FFEE52EB}" dt="2025-08-29T06:47:27.715" v="1396"/>
          <ac:inkMkLst>
            <pc:docMk/>
            <pc:sldMk cId="996986330" sldId="264"/>
            <ac:inkMk id="15" creationId="{69E7EBDC-0358-D531-5F66-D5C99B48ED20}"/>
          </ac:inkMkLst>
        </pc:inkChg>
        <pc:inkChg chg="add mod">
          <ac:chgData name="Timur Akhmetshin" userId="1fc69c46315d9e5a" providerId="LiveId" clId="{A0EF0C4F-1B40-409A-9B15-D725FFEE52EB}" dt="2025-08-29T06:47:27.715" v="1396"/>
          <ac:inkMkLst>
            <pc:docMk/>
            <pc:sldMk cId="996986330" sldId="264"/>
            <ac:inkMk id="16" creationId="{1104343B-016E-EFFE-E2BA-C207CC1F57F8}"/>
          </ac:inkMkLst>
        </pc:inkChg>
        <pc:inkChg chg="add mod">
          <ac:chgData name="Timur Akhmetshin" userId="1fc69c46315d9e5a" providerId="LiveId" clId="{A0EF0C4F-1B40-409A-9B15-D725FFEE52EB}" dt="2025-08-29T06:47:27.715" v="1396"/>
          <ac:inkMkLst>
            <pc:docMk/>
            <pc:sldMk cId="996986330" sldId="264"/>
            <ac:inkMk id="17" creationId="{66BA38B6-C65A-4BC5-8664-F969890991A3}"/>
          </ac:inkMkLst>
        </pc:inkChg>
        <pc:inkChg chg="add mod">
          <ac:chgData name="Timur Akhmetshin" userId="1fc69c46315d9e5a" providerId="LiveId" clId="{A0EF0C4F-1B40-409A-9B15-D725FFEE52EB}" dt="2025-08-29T06:47:27.715" v="1396"/>
          <ac:inkMkLst>
            <pc:docMk/>
            <pc:sldMk cId="996986330" sldId="264"/>
            <ac:inkMk id="19" creationId="{F06743A3-BAC8-9E36-18D2-E8D04AE2C191}"/>
          </ac:inkMkLst>
        </pc:inkChg>
        <pc:inkChg chg="add mod">
          <ac:chgData name="Timur Akhmetshin" userId="1fc69c46315d9e5a" providerId="LiveId" clId="{A0EF0C4F-1B40-409A-9B15-D725FFEE52EB}" dt="2025-08-29T06:47:27.715" v="1396"/>
          <ac:inkMkLst>
            <pc:docMk/>
            <pc:sldMk cId="996986330" sldId="264"/>
            <ac:inkMk id="20" creationId="{804466AA-9210-BB54-8DE0-5997F02E470B}"/>
          </ac:inkMkLst>
        </pc:inkChg>
        <pc:inkChg chg="add mod">
          <ac:chgData name="Timur Akhmetshin" userId="1fc69c46315d9e5a" providerId="LiveId" clId="{A0EF0C4F-1B40-409A-9B15-D725FFEE52EB}" dt="2025-08-29T06:47:27.715" v="1396"/>
          <ac:inkMkLst>
            <pc:docMk/>
            <pc:sldMk cId="996986330" sldId="264"/>
            <ac:inkMk id="21" creationId="{12724C36-D260-F2BD-BFF1-E4B4D5FDB55D}"/>
          </ac:inkMkLst>
        </pc:inkChg>
        <pc:inkChg chg="add mod">
          <ac:chgData name="Timur Akhmetshin" userId="1fc69c46315d9e5a" providerId="LiveId" clId="{A0EF0C4F-1B40-409A-9B15-D725FFEE52EB}" dt="2025-08-29T06:47:27.715" v="1396"/>
          <ac:inkMkLst>
            <pc:docMk/>
            <pc:sldMk cId="996986330" sldId="264"/>
            <ac:inkMk id="23" creationId="{3BB614BD-3F0A-8262-6B8E-32B5DB664C62}"/>
          </ac:inkMkLst>
        </pc:inkChg>
        <pc:inkChg chg="add mod">
          <ac:chgData name="Timur Akhmetshin" userId="1fc69c46315d9e5a" providerId="LiveId" clId="{A0EF0C4F-1B40-409A-9B15-D725FFEE52EB}" dt="2025-08-29T06:47:32.644" v="1398"/>
          <ac:inkMkLst>
            <pc:docMk/>
            <pc:sldMk cId="996986330" sldId="264"/>
            <ac:inkMk id="25" creationId="{7181A903-4A12-51A6-6A3C-68AF91F0823D}"/>
          </ac:inkMkLst>
        </pc:inkChg>
      </pc:sldChg>
      <pc:sldChg chg="addSp modSp new mod">
        <pc:chgData name="Timur Akhmetshin" userId="1fc69c46315d9e5a" providerId="LiveId" clId="{A0EF0C4F-1B40-409A-9B15-D725FFEE52EB}" dt="2025-08-29T07:12:18.800" v="1418" actId="13926"/>
        <pc:sldMkLst>
          <pc:docMk/>
          <pc:sldMk cId="3386119916" sldId="265"/>
        </pc:sldMkLst>
        <pc:spChg chg="add mod">
          <ac:chgData name="Timur Akhmetshin" userId="1fc69c46315d9e5a" providerId="LiveId" clId="{A0EF0C4F-1B40-409A-9B15-D725FFEE52EB}" dt="2025-08-29T07:12:18.800" v="1418" actId="13926"/>
          <ac:spMkLst>
            <pc:docMk/>
            <pc:sldMk cId="3386119916" sldId="265"/>
            <ac:spMk id="3" creationId="{035454EA-0364-AED4-BFC0-9D9C69DCC4D9}"/>
          </ac:spMkLst>
        </pc:spChg>
        <pc:picChg chg="add mod">
          <ac:chgData name="Timur Akhmetshin" userId="1fc69c46315d9e5a" providerId="LiveId" clId="{A0EF0C4F-1B40-409A-9B15-D725FFEE52EB}" dt="2025-08-29T07:11:25.305" v="1412" actId="1076"/>
          <ac:picMkLst>
            <pc:docMk/>
            <pc:sldMk cId="3386119916" sldId="265"/>
            <ac:picMk id="4" creationId="{101AB65C-32C4-4C96-878F-65BF72A79E95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24:07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430 1125 24575,'59'0'0,"616"-26"0,-260-4 0,-369 25 0,0-2 0,0-2 0,0-1 0,55-22 0,-18 6 0,-56 20 0,0 1 0,0 2 0,1 1 0,-1 0 0,40 5 0,57-4 0,-109 0 0,0-1 0,-1-1 0,1 0 0,-1-1 0,0-1 0,20-8 0,16-15 0,-1-2 0,-2-3 0,0-1 0,-3-3 0,-1-1 0,50-57 0,-82 83 0,-1 0 0,0-1 0,0-1 0,-2 0 0,1 0 0,-2 0 0,0-1 0,0 0 0,5-21 0,-10 27 0,-1 0 0,1 0 0,-2 0 0,1 0 0,-1 0 0,0 0 0,-1 0 0,0 1 0,0-1 0,-1 0 0,-1 0 0,1 0 0,-1 1 0,0 0 0,-1-1 0,0 1 0,-1 1 0,-6-10 0,-3-2 0,-1 1 0,0 0 0,-2 1 0,0 1 0,-1 1 0,0 0 0,-1 1 0,-1 2 0,0 0 0,-1 0 0,0 2 0,-1 1 0,-28-8 0,-3 3 0,-1 2 0,-1 3 0,0 2 0,-85 0 0,-281 4 0,-217-7 0,253-22 0,360 28 0,-1 2 0,1 1 0,-32 2 0,48 0 0,-1 0 0,1 1 0,-1 0 0,1 1 0,0 0 0,0 0 0,0 1 0,0 0 0,1 0 0,-1 1 0,-13 11 0,-21 22 0,2 2 0,1 3 0,-44 60 0,-88 152 0,155-227 0,2 1 0,0 0 0,-13 42 0,21-52 0,2-1 0,1 1 0,0 0 0,1 0 0,1 0 0,1 0 0,1 21 0,2-29 0,0 0 0,1 0 0,0-1 0,0 1 0,1-1 0,1 1 0,0-1 0,0-1 0,1 1 0,0-1 0,1 0 0,14 16 0,-15-18 0,0-1 0,0 0 0,1 0 0,0-1 0,0 0 0,0 0 0,0-1 0,1 1 0,0-2 0,-1 1 0,2-1 0,-1 0 0,0-1 0,0 0 0,1 0 0,17 1 0,-21-4-151,-1 1-1,1-1 0,0 0 0,0-1 1,0 1-1,0-1 0,-1 0 1,6-3-1,13-8-6674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24:10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13903 2309 24575,'-4'-4'0,"-1"0"0,0 0 0,-1 1 0,1 0 0,-1 0 0,1 1 0,-1-1 0,-11-2 0,-6-2 0,-969-304 0,-156 37-1186,672 169 818,-2760-670-360,2472 549 1686,-109-27 207,-231 2-1138,914 220-3,-1 8 0,0 8 0,-2 9 0,1 8 0,-220 30 0,133 10-28,2 11 0,-500 166 0,492-127 4,-84 29 0,256-78 0,-127 68 0,195-84 0,2 3 0,1 1 0,-57 54 0,10-8 0,-188 176 0,241-218 0,-143 156 0,2-2 0,45-59 0,-7 15 0,104-106 0,-31 48 0,66-86 0,-1-1 0,1 1 0,0-1 0,-1 0 0,1 1 0,-1-1 0,1 1 0,-1-1 0,1 0 0,-1 1 0,1-1 0,-1 0 0,1 0 0,-1 1 0,0-1 0,1 0 0,-1 0 0,1 0 0,-1 0 0,0 0 0,1 0 0,-1 0 0,0 0 0,1 0 0,-1 0 0,1 0 0,-1 0 0,0 0 0,1 0 0,-1-1 0,1 1 0,-1 0 0,0 0 0,1-1 0,-1 1 0,1 0 0,-1-1 0,1 1 0,-1-1 0,1 1 0,0 0 0,-1-1 0,1 1 0,-1-1 0,1 1 0,-1-2 0,-15-30 0,14 26 0,-85-269 0,73 243 0,14 32 0,0-1 0,-1 1 0,1 0 0,0 0 0,0 0 0,0 0 0,0 0 0,0 0 0,-1 0 0,1-1 0,0 1 0,0 0 0,0 0 0,0 0 0,-1 0 0,1 0 0,0 0 0,0 0 0,0 0 0,0 0 0,-1 0 0,1 0 0,0 0 0,0 0 0,0 0 0,-1 0 0,1 0 0,0 0 0,0 0 0,0 0 0,0 0 0,-1 0 0,1 1 0,0-1 0,0 0 0,0 0 0,0 0 0,0 0 0,-1 0 0,1 0 0,0 0 0,0 1 0,0-1 0,0 0 0,0 0 0,-6 20 0,4 0 0,1 0 0,1 1 0,1-1 0,1 0 0,0 1 0,1-1 0,2-1 0,0 1 0,1 0 0,16 34 0,-17-42 0,1 0 0,1-1 0,0 0 0,0-1 0,1 0 0,1 0 0,-1 0 0,2-1 0,-1 0 0,1-1 0,0 0 0,1-1 0,0 0 0,0-1 0,1 0 0,-1 0 0,1-1 0,19 5 0,1-4 0,0-2 0,0 0 0,1-3 0,-1 0 0,53-7 0,166-36 0,-210 34 0,929-235 0,-910 226 0,-1-2 0,-1-3 0,0-2 0,61-37 0,-111 55-106,-6 5 46,-1 0 0,1-1 0,-1 1 0,1 0 0,0 0 0,-1 0 0,1 0 0,0 1 0,0-1 0,-1 0 0,1 1 0,0-1 0,0 1 1,0-1-1,0 1 0,0 0 0,0 0 0,0 0 0,0 0 0,3 1 0,8 8-6766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24:13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1387 24575,'21'19'0,"1"-1"0,1-1 0,0-1 0,1-1 0,1-1 0,0-1 0,40 14 0,12 0 0,104 21 0,-4-15 0,1-7 0,1-9 0,334-9 0,-448-10 0,-1-2 0,1-4 0,-2-2 0,1-3 0,-2-3 0,0-2 0,103-47 0,-130 48 0,422-183 0,-278 144 0,-102 34 0,-1-3 0,-1-3 0,97-52 0,-167 77 0,-1 1 0,0-1 0,0 0 0,0 0 0,0 0 0,0-1 0,-1 0 0,0 1 0,1-1 0,-1 0 0,-1 0 0,1-1 0,-1 1 0,1-1 0,-1 1 0,-1-1 0,3-6 0,-3 4 0,0 0 0,-1-1 0,1 1 0,-1 0 0,-1 0 0,0 0 0,0 0 0,0 0 0,-1 0 0,1 0 0,-4-7 0,-3-4 0,-1 0 0,-1 0 0,0 1 0,-1 0 0,-1 1 0,0 0 0,-25-24 0,8 15 0,-1 1 0,-1 1 0,0 2 0,-2 1 0,-45-20 0,-183-64 0,221 90 0,-1146-356 0,652 229 0,519 137 0,-1 1 0,1 1 0,-1 0 0,1 1 0,-1 0 0,0 1 0,-29 5 0,0 3 0,-59 20 0,-33 7 0,123-31 0,1-1 0,-1 2 0,1 0 0,1 0 0,-1 1 0,1 1 0,0 0 0,0 0 0,-18 16 0,-6 9 0,-44 51 0,77-79 0,-16 19 0,1 0 0,0 2 0,2 0 0,-15 32 0,-44 115 0,62-139 0,-2 4 0,1 1 0,3 0 0,-14 79 0,17-73-293,-2-1-1,-27 68 0,33-98-190,-4 11-6342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24:18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14292 1443 24575,'-10'1'0,"-1"0"0,1 0 0,0 1 0,-16 5 0,-10 3 0,-191 35 0,-209 46 0,-355 110 0,-368 85 0,-249-30-843,895-202 333,-1-22 0,-637-41 0,50-91 524,552 46-125,470 47-24,-579-64-239,457 40 387,-244-71-1,-212-105 1888,355 109-955,284 92-935,-1148-390 89,1068 353-99,-121-71 0,-16-9 0,-2 18 0,-621-317 0,790 381 0,3-4 0,1-2 0,-82-78 0,54 40 0,-60-62 0,148 143 0,0-1 0,0 1 0,-1 0 0,1 0 0,-1 0 0,0 1 0,0-1 0,0 1 0,0 0 0,-1 1 0,1 0 0,-1-1 0,0 2 0,1-1 0,-1 1 0,0-1 0,-6 1 0,5 1 0,0 1 0,0 0 0,0 0 0,1 1 0,-1 0 0,0 0 0,1 0 0,-1 1 0,1 0 0,0 0 0,0 1 0,0 0 0,1 0 0,-9 7 0,-138 133 0,47-41 0,57-50 0,38-40 0,-1-1 0,0 0 0,-21 17 0,23-28 0,10-12 0,8-15 0,114-204 0,-121 226 0,1 0 0,0 1 0,0-1 0,0 1 0,1 0 0,-1 0 0,1 0 0,-1 1 0,1-1 0,0 1 0,0 0 0,0 0 0,1 0 0,-1 1 0,0-1 0,1 1 0,-1 0 0,0 0 0,1 1 0,-1-1 0,1 1 0,0 0 0,-1 1 0,1-1 0,-1 1 0,1-1 0,5 3 0,13 3 0,1 1 0,-1 1 0,41 21 0,-39-18 0,33 11 0,2-2 0,0-3 0,1-3 0,0-3 0,79 6 0,-1-13-1365,-108-4-5461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24:20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426 1235 24575,'3'-2'0,"0"0"0,0 0 0,0 0 0,1 0 0,-1 0 0,1 1 0,0-1 0,-1 1 0,1 0 0,0 0 0,-1 1 0,6-1 0,53-3 0,-38 4 0,606-3 0,67-2 0,-596-2 0,-1-4 0,99-24 0,-146 23 0,-1-3 0,-1-2 0,0-2 0,-2-3 0,69-39 0,-107 54 0,-1 1 0,0-2 0,0 1 0,-1-2 0,0 1 0,0-1 0,-1 0 0,0-1 0,11-18 0,-15 20 0,-1 1 0,1-1 0,-2 0 0,1 0 0,-1 0 0,0 0 0,-1-1 0,0 1 0,0 0 0,-1-1 0,0 1 0,0 0 0,-1-1 0,0 1 0,-3-11 0,-4-6 0,0 0 0,-1 1 0,-2 0 0,0 1 0,-29-44 0,15 32 0,-2 0 0,-55-55 0,55 66 0,-2 1 0,0 1 0,-1 1 0,-1 2 0,-54-24 0,-173-57 0,245 96 0,-110-36 0,-1 7 0,-1 5 0,-2 5 0,0 6 0,-130-1 0,-373 20 0,426 1 0,194-4 0,0 1 0,0 0 0,0 1 0,0 0 0,0 0 0,0 1 0,0 1 0,0 0 0,0 0 0,1 0 0,0 1 0,0 1 0,0 0 0,0 0 0,0 1 0,1 0 0,-13 12 0,5-2 0,1 0 0,0 2 0,1-1 0,2 2 0,-1-1 0,2 2 0,1 0 0,0 0 0,2 1 0,0 0 0,1 0 0,1 1 0,1-1 0,1 1 0,1 1 0,1-1 0,1 0 0,1 1 0,4 31 0,0-23 0,2-1 0,1 1 0,1-1 0,1 0 0,2-1 0,1 0 0,1-1 0,2 0 0,30 44 0,-31-51-104,35 58-1157,-38-54-5565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24:24.2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14556 1870 24575,'-51'-29'0,"-93"-67"0,55 34 0,75 52-4,-399-257 26,282 191-130,-182-78 0,136 85-369,-206-50 1,-205-19-23,-784-119-1823,-19 44 125,171 27 489,15 23 1542,927 142 177,-2 12 0,-373 34 0,-237 114 248,11 63 551,867-200-791,-60 16 1528,-91 34-1,141-43-1130,0 1 0,1 0-1,1 2 1,0 0 0,0 2-1,1 0 1,1 1 0,-22 23 0,14-10-405,0-2 0,-2 0 1,-1-2-1,-46 30 1,51-41-9,0 0 1,0-1 0,-1-2 0,0-1 0,-1-1 0,0 0-1,-29 3 1,-126 9-4,-211-2 0,377-17 0,-81-2 0,-175-24 0,-86-41 0,179 31 0,63 18 0,0 5 0,-193 5 0,207 5 0,1-5 0,0-4 0,1-4 0,-189-56 0,230 54 0,11 1 0,-1 2 0,0 3 0,-1 2 0,-70-5 0,-2 0 0,104 16 0,22 8 0,27 14 0,-29-22 0,111 80 0,-53-36 0,68 38 0,-100-68 0,83 51 0,-231-167 0,77 62 0,-65-46 0,-18 22 0,124 62 0,0-1 0,0 1 0,0 0 0,1-1 0,-1 1 0,0-1 0,0 1 0,0-1 0,1 0 0,-1 1 0,0-1 0,1 0 0,-1 1 0,1-1 0,-1 0 0,1 0 0,-1 1 0,1-1 0,0 0 0,-1 0 0,1 0 0,0 0 0,-1 0 0,1 0 0,0 0 0,0 1 0,0-1 0,0 0 0,0 0 0,0 0 0,0 0 0,0 0 0,1 0 0,-1 0 0,0 0 0,0 0 0,1 0 0,-1 1 0,0-1 0,1 0 0,-1 0 0,1 0 0,-1 1 0,1-1 0,0 0 0,-1 1 0,1-1 0,1 0 0,3-4 0,1 1 0,0-1 0,1 2 0,-1-1 0,10-3 0,98-38 0,1 6 0,176-35 0,-134 36 0,-22 6-1365,-93 23-5461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00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26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24575,'4'1'0,"0"0"0,0 0 0,-1 1 0,1-1 0,0 1 0,-1 0 0,1 0 0,-1 0 0,0 1 0,1-1 0,-1 1 0,0 0 0,4 5 0,4 2 0,18 14 0,2-2 0,1-1 0,0-2 0,57 26 0,148 45 0,-187-72 0,150 57 0,99 33 0,-291-107 0,-8-4 0,-16-14 0,-28-18 0,13 10-1365,2 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26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1 24575,'-3'39'0,"-2"-1"0,-1 0 0,-2 0 0,-21 60 0,24-84 0,-8 21 0,-2-1 0,-1-1 0,-40 62 0,-1 0 0,36-57 0,10-20 0,1 0 0,1 1 0,0 1 0,2-1 0,-9 33 0,3-3-1365,8-30-5461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27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24575,'1'4'0,"1"0"0,0-1 0,0 1 0,0-1 0,0 1 0,1-1 0,-1 0 0,1 0 0,0 0 0,0 0 0,3 2 0,5 5 0,15 22 0,-1 1 0,-2 0 0,-1 2 0,-1 1 0,-2 0 0,15 44 0,-13-21 0,-2 0 0,-3 2 0,10 82 0,-23-129-195,0 1 0,1-1 0,1 0 0,0 0 0,1 0 0,14 24 0,-8-18-6631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28.8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81 24575,'521'-21'0,"-16"-37"0,-353 56-1365,-129 3-5461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47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24575,'6'1'0,"0"1"0,-1 0 0,1 1 0,0-1 0,-1 1 0,0 0 0,10 7 0,3 1 0,24 16 0,-2 1 0,0 2 0,-3 2 0,0 1 0,49 59 0,-20-23 0,-49-51 0,-1 1 0,0 1 0,-1 0 0,-2 1 0,0 1 0,-1 0 0,-1 0 0,15 44 0,-26-57-1365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48.1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454 1 24575,'0'7'0,"1"28"0,-8 55 0,5-77 0,-1 0 0,0 1 0,-1-2 0,-1 1 0,0 0 0,-1-1 0,-9 16 0,-19 21 0,-3-2 0,-1-2 0,-62 57 0,20-21 0,72-72-101,-12 12-320,0-1-1,-36 27 1,45-40-6405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48.9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24575,'21'56'0,"-15"-5"0,-1 1 0,-4 0 0,-4 54 0,0 0 0,5-9 0,-5 105 0,4-200-50,-1 0-1,0-1 1,0 1-1,0-1 0,-1 1 1,1 0-1,0-1 1,-1 1-1,1-1 1,-1 1-1,1-1 0,-1 1 1,0-1-1,1 1 1,-1-1-1,0 1 1,0-1-1,0 0 0,0 0 1,0 1-1,-1-1 1,1 0-1,0 0 1,0 0-1,-1 0 1,-1 0-1,-8 0-6775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49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24575,'-4'0'0,"2"0"0,7 4 0,6 2 0,12 5 0,5 4 0,3 0 0,6 2 0,18-2 0,23-3 0,26-4 0,13-4 0,-4-1 0,-13-3 0,-18 0 0,-14-1 0,-19 1-8191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51.2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24575,'0'5'0,"5"10"0,5 7 0,6 5 0,5 7 0,8 1 0,4 5 0,4 0 0,2 2 0,-2-2 0,2-2 0,-1 0 0,2-1 0,-1 3 0,-3-7 0,-7-3 0,-9-12 0,-8-9-8191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51.8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647 1 24575,'-4'0'0,"1"1"0,-1-1 0,1 1 0,-1 0 0,1 0 0,0 0 0,-1 1 0,1-1 0,0 1 0,0 0 0,0-1 0,0 1 0,1 1 0,-1-1 0,0 0 0,1 1 0,-3 2 0,-36 53 0,37-51 0,-53 86 0,3-1 0,-4-3 0,-93 110 0,78-115 18,-55 59-1401,106-122-5443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52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 1 24575,'2'57'0,"-4"1"0,-1 0 0,-3 0 0,-3-1 0,-27 94 0,30-129 28,1 1-1,-3 33 0,6-39-268,0 0 0,-1 0 0,-1 0-1,0-1 1,-11 25 0,5-23-6585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53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24575,'0'4'0,"0"7"0,13 0 0,14 0 0,12-3 0,12-3 0,7-2 0,3-1 0,4-2 0,5 0 0,4 0 0,-1-1 0,-9 1 0,-5-1 0,-10 1 0,-12 0-8191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0.5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24575,'4'1'0,"0"0"0,0 0 0,-1 1 0,1-1 0,0 1 0,-1 0 0,1 0 0,-1 0 0,0 1 0,1-1 0,-1 1 0,0 0 0,4 5 0,4 2 0,18 14 0,2-2 0,1-1 0,0-2 0,57 26 0,148 45 0,-187-72 0,150 57 0,99 33 0,-291-107 0,-8-4 0,-16-14 0,-28-18 0,13 10-1365,2 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0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1 24575,'-3'39'0,"-2"-1"0,-1 0 0,-2 0 0,-21 60 0,24-84 0,-8 21 0,-2-1 0,-1-1 0,-40 62 0,-1 0 0,36-57 0,10-20 0,1 0 0,1 1 0,0 1 0,2-1 0,-9 33 0,3-3-1365,8-30-5461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0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24575,'1'4'0,"1"0"0,0-1 0,0 1 0,0-1 0,0 1 0,1-1 0,-1 0 0,1 0 0,0 0 0,0 0 0,3 2 0,5 5 0,15 22 0,-1 1 0,-2 0 0,-1 2 0,-1 1 0,-2 0 0,15 44 0,-13-21 0,-2 0 0,-3 2 0,10 82 0,-23-129-195,0 1 0,1-1 0,1 0 0,0 0 0,1 0 0,14 24 0,-8-18-6631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0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81 24575,'521'-21'0,"-16"-37"0,-353 56-1365,-129 3-5461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3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24575,'4'1'0,"0"0"0,0 0 0,-1 1 0,1-1 0,0 1 0,-1 0 0,1 0 0,-1 0 0,0 1 0,1-1 0,-1 1 0,0 0 0,4 5 0,4 2 0,18 14 0,2-2 0,1-1 0,0-2 0,57 26 0,148 45 0,-187-72 0,150 57 0,99 33 0,-291-107 0,-8-4 0,-16-14 0,-28-18 0,13 10-1365,2 1-5461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3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1 24575,'-3'39'0,"-2"-1"0,-1 0 0,-2 0 0,-21 60 0,24-84 0,-8 21 0,-2-1 0,-1-1 0,-40 62 0,-1 0 0,36-57 0,10-20 0,1 0 0,1 1 0,0 1 0,2-1 0,-9 33 0,3-3-1365,8-30-5461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3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24575,'1'4'0,"1"0"0,0-1 0,0 1 0,0-1 0,0 1 0,1-1 0,-1 0 0,1 0 0,0 0 0,0 0 0,3 2 0,5 5 0,15 22 0,-1 1 0,-2 0 0,-1 2 0,-1 1 0,-2 0 0,15 44 0,-13-21 0,-2 0 0,-3 2 0,10 82 0,-23-129-195,0 1 0,1-1 0,1 0 0,0 0 0,1 0 0,14 24 0,-8-18-6631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3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81 24575,'521'-21'0,"-16"-37"0,-353 56-1365,-129 3-5461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8.8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24575,'3'1'0,"-1"0"0,0-1 0,0 1 0,0 0 0,0 0 0,0 0 0,0 0 0,0 0 0,-1 1 0,1-1 0,0 1 0,-1-1 0,3 3 0,2 2 0,11 7 0,-1-1 0,2-1 0,-1 0 0,32 13 0,81 26 0,-103-40 0,82 31 0,55 18 0,-160-58 0,-4-3 0,-8-7 0,-17-11 0,8 7-1365,1 0-5461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8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24575,'-1'22'0,"-2"-1"0,-1 0 0,0-1 0,-12 34 0,14-46 0,-6 10 0,0 1 0,0-1 0,-23 34 0,0 0 0,19-31 0,6-11 0,1 0 0,0 0 0,0 1 0,1-1 0,-4 19 0,1-3-1365,3-15-5461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8.8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24575,'1'2'0,"0"0"0,0 0 0,0 0 0,0 0 0,1 0 0,-1 0 0,0-1 0,1 1 0,-1 0 0,1-1 0,2 2 0,1 3 0,10 11 0,-2 1 0,0 0 0,-1 1 0,-1 1 0,0 0 0,8 23 0,-8-11 0,-1 1 0,-1 0 0,5 45 0,-12-70-195,0 0 0,0 0 0,1 0 0,-1-1 0,2 1 0,6 12 0,-3-8-6631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8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24575,'285'-11'0,"-9"-21"0,-193 31-1365,-71 1-5461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8.8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24575,'3'1'0,"-1"0"0,0-1 0,0 1 0,0 0 0,0 0 0,0 0 0,0 0 0,0 0 0,-1 1 0,1-1 0,0 1 0,-1-1 0,3 3 0,2 2 0,11 7 0,-1-1 0,2-1 0,-1 0 0,32 13 0,81 26 0,-103-40 0,82 31 0,55 18 0,-160-58 0,-4-3 0,-8-7 0,-17-11 0,8 7-1365,1 0-5461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8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24575,'-1'22'0,"-2"-1"0,-1 0 0,0-1 0,-12 34 0,14-46 0,-6 10 0,0 1 0,0-1 0,-23 34 0,0 0 0,19-31 0,6-11 0,1 0 0,0 0 0,0 1 0,1-1 0,-4 19 0,1-3-1365,3-15-5461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8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24575,'1'2'0,"0"0"0,0 0 0,0 0 0,0 0 0,1 0 0,-1 0 0,0-1 0,1 1 0,-1 0 0,1-1 0,2 2 0,1 3 0,10 11 0,-2 1 0,0 0 0,-1 1 0,-1 1 0,0 0 0,8 23 0,-8-11 0,-1 1 0,-1 0 0,5 45 0,-12-70-195,0 0 0,0 0 0,1 0 0,-1-1 0,2 1 0,6 12 0,-3-8-6631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8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24575,'285'-11'0,"-9"-21"0,-193 31-1365,-71 1-5461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05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24575,'3'1'0,"-1"0"0,0-1 0,0 1 0,0 0 0,0 0 0,0 0 0,0 0 0,0 0 0,-1 1 0,1-1 0,0 1 0,-1-1 0,3 3 0,2 2 0,11 7 0,-1-1 0,2-1 0,-1 0 0,32 13 0,81 26 0,-103-40 0,82 31 0,55 18 0,-160-58 0,-4-3 0,-8-7 0,-17-11 0,8 7-1365,1 0-5461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05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24575,'-1'22'0,"-2"-1"0,-1 0 0,0-1 0,-12 34 0,14-46 0,-6 10 0,0 1 0,0-1 0,-23 34 0,0 0 0,19-31 0,6-11 0,1 0 0,0 0 0,0 1 0,1-1 0,-4 19 0,1-3-1365,3-15-5461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05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24575,'1'2'0,"0"0"0,0 0 0,0 0 0,0 0 0,1 0 0,-1 0 0,0-1 0,1 1 0,-1 0 0,1-1 0,2 2 0,1 3 0,10 11 0,-2 1 0,0 0 0,-1 1 0,-1 1 0,0 0 0,8 23 0,-8-11 0,-1 1 0,-1 0 0,5 45 0,-12-70-195,0 0 0,0 0 0,1 0 0,-1-1 0,2 1 0,6 12 0,-3-8-6631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05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24575,'285'-11'0,"-9"-21"0,-193 31-1365,-71 1-5461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05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24575,'3'1'0,"-1"0"0,0-1 0,0 1 0,0 0 0,0 0 0,0 0 0,0 0 0,0 0 0,-1 1 0,1-1 0,0 1 0,-1-1 0,3 3 0,2 2 0,11 7 0,-1-1 0,2-1 0,-1 0 0,32 13 0,81 26 0,-103-40 0,82 31 0,55 18 0,-160-58 0,-4-3 0,-8-7 0,-17-11 0,8 7-1365,1 0-5461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05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24575,'-1'22'0,"-2"-1"0,-1 0 0,0-1 0,-12 34 0,14-46 0,-6 10 0,0 1 0,0-1 0,-23 34 0,0 0 0,19-31 0,6-11 0,1 0 0,0 0 0,0 1 0,1-1 0,-4 19 0,1-3-1365,3-15-5461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05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24575,'1'2'0,"0"0"0,0 0 0,0 0 0,0 0 0,1 0 0,-1 0 0,0-1 0,1 1 0,-1 0 0,1-1 0,2 2 0,1 3 0,10 11 0,-2 1 0,0 0 0,-1 1 0,-1 1 0,0 0 0,8 23 0,-8-11 0,-1 1 0,-1 0 0,5 45 0,-12-70-195,0 0 0,0 0 0,1 0 0,-1-1 0,2 1 0,6 12 0,-3-8-6631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05.8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24575,'285'-11'0,"-9"-21"0,-193 31-1365,-71 1-5461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57.5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513 1043 24575,'87'0'0,"128"16"0,-178-10 0,59 9 0,152 3 0,-220-16 0,0 0 0,34 8 0,-42-5 0,0-2 0,1 0 0,-1-1 0,0-1 0,1-1 0,21-3 0,-33 0 0,0 1 0,0-1 0,-1-1 0,1 0 0,-1 0 0,1-1 0,-1 0 0,-1 0 0,8-7 0,64-61 0,-70 64 0,11-12 0,-1-2 0,0 0 0,-2 0 0,-1-2 0,-1 0 0,-1-1 0,-1-1 0,-1 0 0,-2 0 0,0-1 0,-2 0 0,-1-1 0,-2 0 0,0 0 0,0-40 0,-4 42 0,-1-1 0,-1 1 0,-9-50 0,8 67 0,-1 0 0,0 1 0,0-1 0,-1 1 0,0 0 0,-1 0 0,0 0 0,-1 1 0,0 0 0,0 0 0,0 0 0,-1 1 0,-13-12 0,-19-10 0,-1 1 0,-1 2 0,-1 2 0,-1 1 0,-1 3 0,-2 1 0,-71-19 0,77 31 0,0 1 0,-46 0 0,-7-1 0,-15-2 0,-213 9 0,261 6 0,1 3 0,1 2 0,-1 3 0,-85 33 0,142-47 0,-21 9 0,1 0 0,-25 15 0,40-20 0,1-1 0,1 2 0,-1-1 0,0 0 0,1 1 0,0 0 0,0 1 0,1-1 0,-1 1 0,1 0 0,1 0 0,-5 8 0,-19 44 0,8-19 0,2 1 0,1 1 0,-14 63 0,27-89 0,0 0 0,1 0 0,1 1 0,0-1 0,2 1 0,-1-1 0,2 0 0,0 1 0,1-1 0,0 0 0,2 0 0,-1-1 0,2 1 0,0-1 0,1 0 0,0 0 0,1-1 0,0 0 0,1-1 0,1 1 0,0-2 0,22 21 0,103 78 0,-39-36 0,-87-65-151,1-1-1,0 0 0,0-1 0,0 0 1,1-1-1,0 0 0,1-1 1,17 7-1,-16-12-6674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59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1 402 24575,'0'-1'0,"0"-1"0,1 1 0,-1-1 0,0 0 0,1 1 0,0-1 0,-1 1 0,1-1 0,0 1 0,0 0 0,-1-1 0,1 1 0,0 0 0,1-1 0,-1 1 0,0 0 0,0 0 0,0 0 0,1 0 0,-1 0 0,1 0 0,-1 0 0,0 1 0,1-1 0,-1 0 0,3 0 0,46-10 0,-48 10 0,89-8 0,115 3 0,-2 0 0,-61-6 0,181-39 0,-282 40 0,42-18 0,-3 1 0,-77 27 0,-1 1 0,1-2 0,-1 1 0,1 0 0,-1-1 0,1 1 0,-1-1 0,0 0 0,0 0 0,5-5 0,-7 7 0,-1-1 0,0 1 0,1-1 0,-1 0 0,0 1 0,1-1 0,-1 0 0,0 1 0,0-1 0,0 0 0,0 1 0,0-1 0,1 0 0,-1 1 0,-1-1 0,1 0 0,0 0 0,0 1 0,0-1 0,0 0 0,0 1 0,-1-2 0,-17-20 0,1 8 0,-1 1 0,-22-11 0,24 15 0,0-1 0,1-1 0,-25-21 0,40 31 0,-1 1 0,0 0 0,1-1 0,-1 1 0,1-1 0,-1 1 0,1-1 0,-1 1 0,1-1 0,-1 0 0,1 1 0,0-1 0,-1 0 0,1 1 0,0-1 0,0 0 0,-1 1 0,1-1 0,0 0 0,0 1 0,0-1 0,0 0 0,0 0 0,0 1 0,0-1 0,0 0 0,0 1 0,0-1 0,0 0 0,1 0 0,-1 0 0,1 0 0,0 0 0,1 0 0,-1 0 0,0 0 0,0 0 0,1 1 0,-1-1 0,0 0 0,1 1 0,-1-1 0,1 1 0,-1 0 0,1-1 0,1 1 0,4-1 0,0 0 0,-1 1 0,1 0 0,0 0 0,-1 1 0,11 2 0,-7 1 0,0 1 0,1 0 0,-2 1 0,1 0 0,0 0 0,-1 1 0,-1 0 0,1 1 0,-1 0 0,0 0 0,-1 1 0,0 0 0,0 0 0,-1 1 0,0-1 0,7 20 0,-9-21 0,0 0 0,-1 1 0,-1 0 0,1-1 0,-1 1 0,-1 0 0,0 0 0,0 0 0,-1 0 0,0 1 0,0-1 0,-1 0 0,0 0 0,-1 0 0,0 0 0,0-1 0,-1 1 0,0 0 0,0-1 0,-1 0 0,-6 10 0,-2-3 4,0-1 0,-1 0 1,-1 0-1,-17 12 0,-6 7-1390,19-15-5440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00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24575,'9'5'0,"12"10"0,17 7 0,10 10 0,6 3 0,3 5 0,-3 0 0,-7 2 0,-2-5 0,-8-5 0,-7-8 0,-8-8-8191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00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247 0 24575,'-4'10'0,"-7"6"0,-5 6 0,-5 8 0,-4 8 0,-1 7 0,-6 4 0,-2 0 0,5-1 0,7-4 0,8-4 0,6-4 0,4-5 0,3-7-8191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01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24575,'0'5'0,"0"5"0,0 7 0,0 8 0,0 6 0,4 1 0,2 0 0,0 4 0,-1 0 0,3-2 0,0 3 0,3 0 0,1-2 0,1 1 0,4 5 0,-1-5-8191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01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24575,'389'28'0,"27"-1"0,-335-28-1365,-59 1-5461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14.8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141 619 24575,'11'1'0,"-1"1"0,1 0 0,-1 1 0,0 0 0,0 1 0,0 0 0,0 1 0,14 8 0,39 17 0,-14-14 0,1-2 0,0-2 0,1-2 0,0-2 0,61 1 0,-32-10 0,0 0 0,130 16 0,-167-9 0,0-2 0,0-1 0,0-3 0,0-1 0,0-2 0,-1-2 0,1-2 0,75-23 0,-112 28 0,0 0 0,0-1 0,-1 0 0,1 0 0,-1 0 0,0-1 0,1 1 0,-2-2 0,1 1 0,0 0 0,-1-1 0,0 0 0,0 0 0,7-10 0,-6 4 0,0 1 0,-1 0 0,0-1 0,-1 0 0,0 0 0,-1 0 0,3-21 0,-4 2 0,-1-1 0,-2 1 0,0 0 0,-2 0 0,-11-41 0,5 41 0,-1 0 0,-2 1 0,0 1 0,-23-33 0,21 35 0,9 17 0,-1 0 0,0 0 0,-1 1 0,0-1 0,0 2 0,0-1 0,-1 1 0,-1 1 0,1 0 0,-1 0 0,0 0 0,0 2 0,-1-1 0,1 1 0,-1 1 0,-12-3 0,-11-2 0,0 2 0,0 2 0,0 1 0,-36 1 0,-3 2 0,-121 4 0,164-2 0,0 2 0,0 1 0,0 1 0,-35 13 0,-8 15 0,54-24 0,0 0 0,-31 9 0,8-8 0,-74 8 0,36-8 0,19-3 0,42-7 0,1 1 0,-1 1 0,1 1 0,-1 0 0,-21 9 0,35-10 0,0-1 0,0 1 0,0 0 0,1 0 0,-1 0 0,1 1 0,0 0 0,0 0 0,0 0 0,1 0 0,-1 0 0,1 1 0,0 0 0,0 0 0,1 0 0,-1 0 0,1 0 0,0 0 0,1 0 0,-1 1 0,1-1 0,-1 8 0,0 3-97,1-1-1,0 1 1,1 0-1,1 0 1,0-1-1,1 1 1,1 0-1,1-1 1,0 0-1,1 0 1,0 0-1,1-1 0,14 25 1,-7-21-6729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16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291 0 24575,'2'6'0,"-1"0"0,1 0 0,0 0 0,0 0 0,0 0 0,1 0 0,0-1 0,0 1 0,1-1 0,6 8 0,8 15 0,-11-14 0,18 33 0,28 70 0,-47-101 0,-1 1 0,-1 0 0,0 0 0,-1 0 0,-1 0 0,0 0 0,-2 0 0,-1 27 0,0-42 0,1 1 0,0-1 0,-1 1 0,1-1 0,-1 1 0,0-1 0,0 0 0,0 1 0,0-1 0,0 0 0,-1 0 0,1 0 0,0 0 0,-1 0 0,0 0 0,1 0 0,-1 0 0,0-1 0,0 1 0,0-1 0,0 1 0,0-1 0,-1 0 0,1 0 0,0 0 0,0 0 0,-5 1 0,-5 0 0,0 0 0,0-1 0,0 0 0,-22-2 0,-22 2 0,1 8-455,0-3 0,-81-1 0,112-5-6371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3:38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24575,'3'1'0,"-1"0"0,0-1 0,0 1 0,0 0 0,0 0 0,0 0 0,0 0 0,0 0 0,-1 1 0,1-1 0,0 1 0,-1-1 0,3 3 0,2 2 0,11 7 0,-1-1 0,2-1 0,-1 0 0,32 13 0,81 26 0,-103-40 0,82 31 0,55 18 0,-160-58 0,-4-3 0,-8-7 0,-17-11 0,8 7-1365,1 0-5461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3:38.2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24575,'-1'22'0,"-2"-1"0,-1 0 0,0-1 0,-12 34 0,14-46 0,-6 10 0,0 1 0,0-1 0,-23 34 0,0 0 0,19-31 0,6-11 0,1 0 0,0 0 0,0 1 0,1-1 0,-4 19 0,1-3-1365,3-15-5461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3:38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24575,'1'2'0,"0"0"0,0 0 0,0 0 0,0 0 0,1 0 0,-1 0 0,0-1 0,1 1 0,-1 0 0,1-1 0,2 2 0,1 3 0,10 11 0,-2 1 0,0 0 0,-1 1 0,-1 1 0,0 0 0,8 23 0,-8-11 0,-1 1 0,-1 0 0,5 45 0,-12-70-195,0 0 0,0 0 0,1 0 0,-1-1 0,2 1 0,6 12 0,-3-8-6631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3:38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24575,'285'-11'0,"-9"-21"0,-193 31-1365,-71 1-5461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3:38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24575,'3'1'0,"-1"0"0,0-1 0,0 1 0,0 0 0,0 0 0,0 0 0,0 0 0,0 0 0,-1 1 0,1-1 0,0 1 0,-1-1 0,3 3 0,2 2 0,11 7 0,-1-1 0,2-1 0,-1 0 0,32 13 0,81 26 0,-103-40 0,82 31 0,55 18 0,-160-58 0,-4-3 0,-8-7 0,-17-11 0,8 7-1365,1 0-5461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3:38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24575,'-1'22'0,"-2"-1"0,-1 0 0,0-1 0,-12 34 0,14-46 0,-6 10 0,0 1 0,0-1 0,-23 34 0,0 0 0,19-31 0,6-11 0,1 0 0,0 0 0,0 1 0,1-1 0,-4 19 0,1-3-1365,3-15-5461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3:38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24575,'1'2'0,"0"0"0,0 0 0,0 0 0,0 0 0,1 0 0,-1 0 0,0-1 0,1 1 0,-1 0 0,1-1 0,2 2 0,1 3 0,10 11 0,-2 1 0,0 0 0,-1 1 0,-1 1 0,0 0 0,8 23 0,-8-11 0,-1 1 0,-1 0 0,5 45 0,-12-70-195,0 0 0,0 0 0,1 0 0,-1-1 0,2 1 0,6 12 0,-3-8-6631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3:38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24575,'285'-11'0,"-9"-21"0,-193 31-1365,-71 1-5461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5:27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269 1421 24575,'7'5'0,"1"0"0,-1-1 0,1 0 0,0 0 0,0 0 0,0-1 0,0-1 0,0 1 0,17 2 0,10 3 0,64 19 0,107 14 0,-73-16 0,-10-3 0,1-6 0,0-5 0,1-6 0,142-12 0,-152-6 0,53-2 0,-41 14 0,246 4 0,-198 9 0,139 4 0,1610-15 0,-933-3 0,-938 5 0,-1 2 0,63 14 0,43 5 0,217 28 0,11 0 0,91-45 0,-269-9 0,23-12 0,-8 0 0,-168 11 0,-1-3 0,0-3 0,61-17 0,-26 6 0,297-53 0,-351 64 0,-1-2 0,0-1 0,59-30 0,85-67 0,-125 75 0,-8 5 0,-2-1 0,0-2 0,49-49 0,-81 70 0,-1-1 0,0 0 0,0-1 0,-1 0 0,-1-1 0,0 1 0,-1-1 0,-1-1 0,0 1 0,-1-1 0,0 0 0,-1-1 0,-1 1 0,-1-1 0,2-27 0,-4 21 0,-3-169 0,1 178 0,-1 1 0,1 0 0,-2 0 0,0 0 0,0 1 0,-1-1 0,-1 1 0,1 0 0,-2 1 0,0-1 0,0 1 0,-1 1 0,-9-11 0,-16-12 0,-1 1 0,-45-31 0,39 31 0,-22-12 0,-2 3 0,-1 3 0,-78-32 0,-23-13 0,120 59 0,-1 2 0,-2 2 0,1 3 0,-2 2 0,-90-15 0,1 20 0,94 8 0,-70-10 0,43 2 0,-1 3 0,-130 7 0,71 2 0,107-3 0,1 2 0,0 0 0,-47 11 0,36-4 0,-58 24 0,78-28 0,-1 0 0,1-2 0,-1 0 0,1 0 0,-1-2 0,-31 0 0,28-1 0,-1 1 0,0 0 0,-33 8 0,15-1 0,1-2 0,-1-2 0,0-1 0,-48-4 0,41 1 0,0 1 0,-67 10 0,47-3 0,0-2 0,-1-3 0,-66-7 0,5 2 0,-50 16 0,4 0 0,-1503-14 0,762-1 0,773-7 0,0-5 0,-147-34 0,272 44 0,-53-5 0,-1 2 0,-117 8 0,66 0 0,78 0 0,-58 10 0,-32 2 0,-109 1 0,115 3 0,-186 3 0,-128-22 0,412 3 0,0 1 0,-36 8 0,7-1 0,43-7 0,0 1 0,0 0 0,1 1 0,0 0 0,0 2 0,0-1 0,-19 14 0,-86 69 0,65-46 0,6-5 0,2 1 0,2 3 0,1 1 0,2 2 0,-46 68 0,80-100 0,-1 0 0,2 1 0,0 0 0,1 0 0,0 1 0,1 0 0,0-1 0,-1 18 0,0 13 0,1 63 0,5-96 0,0-1 0,0 0 0,1 0 0,0 0 0,1 0 0,0 0 0,9 18 0,42 66 0,-13-27 0,2 10-1365,-34-65-5461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5:32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1957 230 24575,'-724'0'0,"694"-1"0,-60-12 0,58 7 0,-56-2 0,-117-5 0,-20 0 0,192 13 0,5-1 0,-1 2 0,1 1 0,-38 7 0,57-7 0,0 0 0,-1 1 0,2 1 0,-1 0 0,0 0 0,1 0 0,0 1 0,0 0 0,0 1 0,0 0 0,1 0 0,0 1 0,1-1 0,-7 10 0,-1-1 0,0 0 0,-1-1 0,0-1 0,-1 0 0,-1-1 0,0-1 0,-19 10 0,35-20 0,0 0 0,0 0 0,0 0 0,0-1 0,0 1 0,0 0 0,0-1 0,0 1 0,-1-1 0,1 1 0,0-1 0,0 0 0,0 0 0,-1 1 0,1-1 0,0 0 0,0 0 0,-1 0 0,1 0 0,0 0 0,0 0 0,-1-1 0,1 1 0,0 0 0,0-1 0,0 1 0,-1-1 0,1 1 0,0-1 0,0 0 0,0 1 0,0-1 0,0 0 0,0 0 0,0 1 0,0-1 0,0 0 0,1 0 0,-1 0 0,0 0 0,0 0 0,1 0 0,-1-1 0,1 1 0,-1 0 0,1 0 0,0 0 0,-1-1 0,1 1 0,0-2 0,-2-9 0,0 1 0,1-1 0,1-1 0,1-16 0,-1 15 0,1-15 0,2 1 0,0-1 0,2 1 0,1 0 0,2 0 0,0 1 0,22-47 0,-52 110 0,3-7 0,-27 56 0,39-67 0,1 1 0,1-1 0,1 1 0,0 0 0,2 0 0,0 0 0,1 0 0,0 1 0,4 25 0,-2-41 0,0 0 0,0-1 0,0 1 0,0-1 0,1 1 0,0-1 0,-1 0 0,1 1 0,0-1 0,0 0 0,1 0 0,-1 0 0,1-1 0,-1 1 0,1-1 0,0 1 0,0-1 0,5 3 0,7 3 0,-1 0 0,2-1 0,15 5 0,10 4 0,-23-8 0,20 12 0,1-3 0,1-1 0,78 20 0,-45-31-1365,-52-5-5461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5:44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24497,'0'10791'0,"19446"-10791"0,-19446-10791 0,-19446 10791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5:56.61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416 1097 24575,'1'1'0,"-1"0"0,1 0 0,-1 0 0,1 0 0,-1 0 0,1 0 0,0 0 0,0-1 0,-1 1 0,1 0 0,0 0 0,0-1 0,0 1 0,0-1 0,0 1 0,0-1 0,0 1 0,0-1 0,0 0 0,0 1 0,0-1 0,0 0 0,0 0 0,0 0 0,2 1 0,34 3 0,-31-3 0,257 4 0,-179-7 0,-1 4 0,124 18 0,198 26 0,3-33 0,24 1 0,191 58 0,-319-30 0,179 26 0,-6 43 0,22 24 0,190 28 0,-516-138 0,0-7 0,190-6 0,-323-14 0,0-2 0,-1-2 0,1-1 0,58-19 0,147-67 0,-170 62 0,-33 15 0,213-96 0,-218 93 0,-1-2 0,-1-1 0,-1-2 0,53-47 0,-55 39 0,13-12 0,1 1 0,78-54 0,-100 82 0,0-2 0,-1-1 0,-1-1 0,-1 0 0,-1-2 0,31-39 0,-45 53 0,-1-1 0,0 0 0,-1 0 0,1 0 0,-1 0 0,-1-1 0,0 1 0,0-1 0,-1 0 0,0 0 0,0 0 0,-1 0 0,0 0 0,-1-1 0,0 1 0,0 0 0,-1 0 0,0 0 0,-1 0 0,0 0 0,0 0 0,-1 0 0,0 0 0,-8-14 0,-4-3 0,0 2 0,-1 0 0,-2 0 0,0 2 0,-1 0 0,-1 1 0,-2 1 0,0 1 0,0 1 0,-38-22 0,-66-29 0,-3 5 0,-3 6 0,-2 6 0,-2 5 0,-227-45 0,233 70 0,-238-8 0,-135 34 0,244 1 0,239-5 0,-90 1 0,-144 19 0,-10 21 0,-531 65 0,609-95 0,0-7 0,1-9 0,0-7 0,-294-59 0,-129-49 0,485 99 0,-151-6 0,59 8 0,103 10 0,-1 4 0,-120 12 0,190-1 0,2 2 0,-1 1 0,1 3 0,-54 22 0,21-7 0,-191 80 0,255-101 0,-1 0 0,1 1 0,0 1 0,1-1 0,0 2 0,0-1 0,1 1 0,0 0 0,-12 19 0,-4 10 0,-25 53 0,40-72 0,0 1 0,1 1 0,1 0 0,0 1 0,2-1 0,1 1 0,0 1 0,0 40 0,4-33 0,1 0 0,1 0 0,2 0 0,1 0 0,11 38 0,-14-61 17,1 0 0,-1 0 1,1 0-1,1 0 0,0 0 0,6 9 0,-8-13-110,0-1 0,1 1 1,0-1-1,-1 1 0,1-1 0,0 0 0,0 0 0,0 0 1,0 0-1,1-1 0,-1 1 0,0-1 0,1 0 1,-1 0-1,7 1 0,10 0-6733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5:59.20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280 0 24575,'0'20'0,"-2"30"0,3 0 0,2-1 0,2 1 0,21 86 0,-25-132 0,0-1 0,0 1 0,0 0 0,-1 0 0,1 0 0,-1 0 0,0 0 0,0-1 0,0 1 0,0 0 0,-2 7 0,1-11 0,1 1 0,0 0 0,-1-1 0,1 1 0,0 0 0,-1-1 0,1 1 0,-1-1 0,1 1 0,-1-1 0,1 1 0,-1-1 0,1 1 0,-1-1 0,0 0 0,1 1 0,-1-1 0,1 0 0,-1 1 0,0-1 0,0 0 0,1 0 0,-1 0 0,-1 1 0,0-1 0,-1-1 0,1 1 0,0 0 0,-1-1 0,1 0 0,0 1 0,-1-1 0,1 0 0,0 0 0,0 0 0,-3-2 0,-30-23 0,1-1 0,1-1 0,1-2 0,2-1 0,-30-39 0,53 61 0,0 1 0,1 1 0,0-1 0,0 0 0,1-1 0,-5-11 0,46 52 0,-16-13 0,88 91 0,104 133 0,-194-225 0,-17-18 0,-1 0 0,0 0 0,1 0 0,-1 0 0,0 0 0,0 0 0,1 0 0,-1 1 0,0-1 0,1 0 0,-1 0 0,0 0 0,1 0 0,-1-1 0,0 1 0,1 0 0,-1 0 0,0 0 0,0 0 0,1 0 0,-1 0 0,0 0 0,1 0 0,-1-1 0,0 1 0,0 0 0,1 0 0,-1 0 0,0-1 0,0 1 0,1 0 0,-1 0 0,0-1 0,0 1 0,0 0 0,1-1 0,0-3 0,0-1 0,0 0 0,0 0 0,0 0 0,-1 0 0,1 0 0,-2-6 0,-2-156-1365,3 141-5461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1:41.1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638 2470 24575,'16'13'0,"2"0"0,0-1 0,0 0 0,1-2 0,1 0 0,36 12 0,-30-11 0,91 32 0,1-5 0,2-6 0,1-5 0,1-5 0,131 6 0,628-9 0,-765-20 0,111-1 0,1514-23 0,-339 49 0,-692-2 0,148 13 0,285 123 0,-1015-138 0,157 16 0,364 0 0,-590-35 0,590 15 0,-2 38 0,-448-28 0,916 90 0,-819-116 0,301-40 0,148-3 0,33 89 0,146-1 0,-9-130 0,478-32 0,-1176 104 0,0-10 0,-2-9 0,-1-9 0,306-101 0,660-179 0,23 94 0,-771 173 0,-215 31 0,320-75 0,-498 87 0,279-79 0,-226 60 0,121-59 0,-167 65 0,-2-1 0,-1-3 0,-1-1 0,-2-3 0,70-68 0,-104 93 0,0 1 0,0-1 0,-1 0 0,0-1 0,0 1 0,-1-1 0,0 0 0,0 0 0,-1-1 0,0 1 0,0-1 0,-1 1 0,0-1 0,0 0 0,-1 0 0,0-16 0,-2 15 0,-1 0 0,1 0 0,-2 0 0,1 1 0,-1-1 0,-1 0 0,0 1 0,0 0 0,-1 0 0,0 0 0,0 1 0,-1-1 0,0 1 0,-13-12 0,-3-1 0,0 1 0,-2 1 0,0 2 0,-34-20 0,-114-51 0,147 75 0,-290-128 0,-6 13 0,-415-107 0,458 170-276,-524-54 0,-293 55-188,834 54 611,-738-17-147,223 9 0,-152-67-526,228 11 183,-461 40 346,593 26-32,-234-61-60,111 4 50,-848 52 707,947 18-512,140-7 202,-531 10 352,748 7-710,-271 55 0,-226 83 0,-43 8 0,444-113 0,-621 11 0,779-59 0,-814 12 0,-318-7 0,283-100 0,772 67 0,-93-13 0,-232-23 0,-3 41 0,520 25 0,1 2 0,-1 3 0,1 3 0,1 2 0,-90 31 0,126-35 0,1 1 0,0 1 0,0 1 0,1 1 0,-23 18 0,-78 78 0,83-73 0,12-11 0,2 2 0,0 0 0,1 1 0,2 1 0,1 1 0,2 0 0,0 2 0,2 0 0,1 0 0,2 1 0,1 1 0,2 0 0,0 0 0,3 0 0,1 1 0,1 0 0,2 41 0,3-17 0,-3-15 0,2 0 0,2 0 0,2 0 0,2-1 0,24 81 0,13 39 0,-25-82 0,1 0 0,-5-15 0,3 0 0,39 90 0,-41-120 0,1-2 0,1 0 0,3-1 0,43 54 0,56 70 0,-48-58 0,103 149-1365,-167-233-5461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7:10:26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4:02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24575,'332'199'0,"-251"-147"0,188 125 0,276 172 0,-275-191 0,8-12 0,431 162 0,-363-187 0,239 88 0,-539-191 0,-2 2 0,0 1 0,-2 3 0,0 1 0,-2 2 0,-1 2 0,-1 2 0,62 64 0,190 209 0,356 285 0,-592-544 0,-2 2 0,69 79 0,-114-117 0,-1 1 0,1 1 0,-2-1 0,1 1 0,3 12 0,0-2 0,-4-12 0,1 0 0,0 0 0,1-1 0,-1 0 0,9 7 0,4 5 0,105 102 0,-63-66 0,-39-39 0,-22-17 0,0 0 0,0 0 0,0 0 0,0 0 0,0 0 0,1 0 0,-1 0 0,0 0 0,0 0 0,0 0 0,0 0 0,0 0 0,1 0 0,-1 0 0,0 0 0,0 0 0,0 0 0,0 0 0,0 0 0,1 0 0,-1 0 0,0 0 0,0 0 0,0 0 0,0 0 0,0 0 0,0 0 0,0-1 0,1 1 0,-1 0 0,0 0 0,0 0 0,0 0 0,0 0 0,0 0 0,0 0 0,0 0 0,0-1 0,0 1 0,0 0 0,0 0 0,1 0 0,-1 0 0,0 0 0,0-1 0,0 1 0,0 0 0,0 0 0,0 0 0,0 0 0,0 0 0,0-1 0,0 1 0,-1 0 0,1 0 0,0 0 0,0 0 0,0 0 0,0 0 0,0-1 0,0 1 0,0 0 0,0 0 0,0 0 0,0 0 0,-2-5 0,-1 0 0,1 0 0,-1 1 0,0-1 0,0 1 0,-7-8 0,-216-224 0,204 216 0,1-1 0,1-1 0,1-1 0,1 0 0,-26-46 0,43 68 0,1 0 0,-1 0 0,1 0 0,-1 1 0,1-1 0,0 0 0,-1 0 0,1 0 0,0 0 0,0 0 0,-1 0 0,1 0 0,0 0 0,0 1 0,0-1 0,0 0 0,0 0 0,1 0 0,-1 0 0,0 0 0,0 0 0,1-2 0,0 3 0,-1 0 0,1-1 0,0 1 0,0 0 0,-1-1 0,1 1 0,0 0 0,0 0 0,-1 0 0,1-1 0,0 1 0,0 0 0,-1 0 0,1 0 0,0 0 0,0 0 0,-1 1 0,1-1 0,0 0 0,1 1 0,41 18 0,51 50 0,-3 5 0,96 99 0,-75-68 0,-104-97 0,55 56 0,-59-60 0,-1 0 0,1 0 0,-1 0 0,0 1 0,-1-1 0,1 1 0,-1 0 0,0 0 0,0 0 0,0 0 0,0 0 0,-1 0 0,1 7 0,-3-10 0,1 0 0,-1 0 0,1 0 0,-1 0 0,0 0 0,0 0 0,0 0 0,0-1 0,0 1 0,0 0 0,0-1 0,-1 1 0,1-1 0,0 1 0,-1-1 0,1 0 0,-1 1 0,0-1 0,1 0 0,-1 0 0,0 0 0,0 0 0,0-1 0,0 1 0,0 0 0,0-1 0,0 1 0,0-1 0,-2 0 0,-67 7 0,61-7 0,-325-3-1365,313 3-5461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4:05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280 7041 24575,'-2'0'0,"0"0"0,0-1 0,1 0 0,-1 1 0,0-1 0,0 0 0,0 0 0,0 0 0,1 0 0,-1-1 0,1 1 0,-1 0 0,1-1 0,-1 1 0,1-1 0,0 1 0,-1-1 0,1 1 0,0-1 0,-1-2 0,-20-43 0,18 39 0,-27-71 0,-34-139 0,0-90 0,41 166 0,6-1 0,7-1 0,6 0 0,6 0 0,6 1 0,7-1 0,36-158 0,243-865 0,63 14 0,-179 667 0,-140 401 0,5 2 0,3 2 0,86-119 0,125-99 0,-202 245 0,2 3 0,2 2 0,76-49 0,-104 79 0,-13 6 0,2 1 0,0 0 0,0 1 0,1 1 0,1 1 0,0 1 0,0 1 0,41-9 0,36 9 0,143 9 0,-166 2 0,1-3 0,-1-4 0,141-22 0,334-49 0,-350 54 0,-86 8 0,39-3 0,-1-7 0,153-42 0,-237 41 0,99-49 0,-23 9 0,316-105 0,19-7 0,-19-36 0,-452 207 0,10-6 0,1 0 0,-2-1 0,17-14 0,-33 24 0,0 1 0,0-1 0,0 0 0,0 0 0,0 0 0,0 0 0,0 0 0,-1 0 0,1 0 0,0 0 0,-1 0 0,1 0 0,0-1 0,-1 1 0,0 0 0,1 0 0,-1-3 0,0 4 0,0-1 0,0 1 0,0-1 0,-1 1 0,1-1 0,0 1 0,-1-1 0,1 1 0,0-1 0,-1 1 0,1-1 0,0 1 0,-1-1 0,1 1 0,-1 0 0,1-1 0,-1 1 0,1 0 0,-1-1 0,1 1 0,-1 0 0,1 0 0,-1 0 0,0-1 0,0 1 0,-4-1 0,-1 0 0,1 1 0,0-1 0,-1 1 0,1 0 0,-10 2 0,-103 19 0,34-4 0,-1-4 0,0-3 0,-91-2 0,146-14 0,29 5 0,1 1 0,-1 0 0,1 0 0,-1-1 0,1 1 0,-1 0 0,1-1 0,-1 1 0,1 0 0,-1-1 0,1 1 0,0-1 0,-1 1 0,1-1 0,0 1 0,-1-1 0,1 1 0,0-1 0,0 1 0,0-1 0,-1 1 0,1-1 0,0 1 0,0-1 0,0 0 0,0 0 0,1-2 0,0 1 0,0 0 0,1-1 0,-1 1 0,0 0 0,1 0 0,0-1 0,0 1 0,-1 0 0,1 1 0,1-1 0,-1 0 0,0 1 0,0-1 0,0 1 0,4-2 0,26-14 0,0 2 0,1 2 0,0 0 0,1 3 0,0 1 0,1 1 0,0 2 0,0 1 0,69 0 0,-98 5 0,-1 0 0,1 0 0,-1 1 0,0 0 0,1 0 0,-1 0 0,0 1 0,1-1 0,-1 1 0,0 1 0,0-1 0,0 1 0,-1 0 0,1 0 0,8 7 0,-8-5 0,0 1 0,-1 0 0,1 0 0,-1 0 0,0 1 0,-1-1 0,1 1 0,-1 0 0,-1 0 0,3 10 0,1 13 0,-1 0 0,-2 0 0,-1 0 0,-3 48 0,1-68 0,-21 256 0,17-214 8,3-36-283,0 0 1,0 0-1,-2-1 1,-4 16-1,2-15-6551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4:21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692 1251 24575,'66'0'0,"29"2"0,0-5 0,173-26 0,148-52 0,-395 77 0,52-13 0,87-32 0,-138 41 0,-1-1 0,0-1 0,-1-1 0,0-1 0,-1-1 0,0 0 0,-1-2 0,23-23 0,-30 27 0,0-1 0,-2 0 0,1 0 0,-2-1 0,1 0 0,-2-1 0,0 1 0,0-2 0,-2 1 0,0-1 0,0 1 0,-1-1 0,-1-1 0,0 1 0,-2 0 0,1-24 0,-2 14 0,-1 0 0,0 0 0,-2 1 0,-10-38 0,9 49 0,0 1 0,-1 0 0,-1 0 0,0 1 0,0-1 0,-1 1 0,-1 1 0,1-1 0,-2 2 0,-13-14 0,-170-166 0,173 173 0,0 1 0,-1 1 0,-1 1 0,-1 1 0,0 0 0,0 2 0,-1 0 0,-47-12 0,-11 4 0,-111-11 0,101 17 0,-1 4 0,1 3 0,-137 11 0,182 0 0,0 3 0,0 1 0,2 3 0,-85 35 0,90-33 0,13-2 0,0 0 0,1 2 0,1 1 0,-44 37 0,6-4 0,35-29 0,1 1 0,0 1 0,2 1 0,1 2 0,1 0 0,1 1 0,2 1 0,0 1 0,2 1 0,1 0 0,1 2 0,-21 61 0,30-61 0,2 1 0,1-1 0,1 1 0,2-1 0,6 50 0,-4-65 0,2 0 0,-1-1 0,2 1 0,0-1 0,1 0 0,0-1 0,1 1 0,1-1 0,0-1 0,15 19 0,14 15 0,61 57 0,-81-87 0,8 9 0,1-2 0,1-1 0,44 29 0,-58-44 0,0-1 0,0 0 0,1-1 0,0 0 0,0-1 0,0-1 0,1 0 0,0-1 0,-1-1 0,30 1 0,193-7-1365,-206 4-5461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6:30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2819 80 24575,'-215'13'0,"-10"1"0,149-13 0,-123 16 0,144-11 0,-107-5 0,111-3 0,0 2 0,-77 11 0,-130 31 0,238-38 0,1 1 0,0 1 0,0 1 0,1 0 0,0 2 0,-25 15 0,-16 6 0,15-6 0,1 1 0,1 2 0,1 2 0,2 2 0,1 1 0,-51 57 0,-147 140 0,142-138 0,35-35 0,-55 66 0,61-57 0,2 2 0,4 3 0,-65 123 0,98-163 0,1 1 0,1 0 0,2 1 0,1 0 0,2 0 0,0 1 0,3 0 0,1 0 0,1 0 0,2 0 0,1 1 0,7 44 0,2-36 0,1 0 0,2-1 0,2 0 0,2-1 0,35 60 0,129 176 0,-158-244 0,21 33 0,-21-29 0,1-1 0,2-2 0,2 0 0,36 33 0,36 36 0,-74-73 0,1-1 0,2-1 0,31 23 0,-44-40 0,0-1 0,0 0 0,1-2 0,0 0 0,0-1 0,1 0 0,0-2 0,0 0 0,19 2 0,6-2 0,1-2 0,74-6 0,-92 0 0,-1-1 0,43-13 0,16-4 0,156-30 0,-177 41 0,1 3 0,70-1 0,57-3 0,-4-1 0,-138 13 0,97-14 0,25 0 0,-19 2 0,-94 5 0,-35 5 0,1 0 0,-1-2 0,1 0 0,-1-2 0,0-1 0,-1-1 0,34-16 0,172-132 0,-162 104 0,-3-4 0,-2-2 0,-2-3 0,-3-2 0,-3-3 0,62-101 0,-30 5 0,-42 74 0,-21 46 0,-3 0 0,-1-1 0,-2 0 0,-2-1 0,-2-1 0,-3-1 0,-1 1 0,-2-1 0,1-70 0,-7 66 0,2 31 0,-2 0 0,0 0 0,-1 0 0,-1 0 0,0 0 0,-2 0 0,0 1 0,-12-32 0,-4 10 0,-3 2 0,-1 0 0,-2 1 0,-31-33 0,-133-128 0,56 62 0,-158-205 0,165 216 0,112 112 0,0 0 0,-1 1 0,-1 1 0,0 1 0,-1 0 0,-33-12 0,39 18-273,-1 1 0,1 1 0,0 0 0,-16 0 0,7 2-6553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6:49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6012 1 24575,'-1'5'0,"0"0"0,0 0 0,0 0 0,0-1 0,-1 1 0,0 0 0,0-1 0,0 1 0,-5 6 0,-9 23 0,-35 124 0,-57 320 0,88-324 0,0 235 0,35 159 0,0-101 0,-73 855 0,7-936 0,-102 370 0,-156 371 0,268-985 0,-96 198 0,104-256 0,-4-1 0,-2-2 0,-3-2 0,-76 83 0,54-77 0,-2-4 0,-3-3 0,-2-3 0,-111 66 0,80-65 0,-2-4 0,-218 76 0,-9-22 0,-558 205 0,300-110 0,321-122 0,-179 46 0,360-106 0,0-4 0,0-4 0,-110 0 0,180-12 0,0 0 0,0-1 0,0 0 0,1-2 0,0 0 0,-1 0 0,1-2 0,-26-13 0,9 1 0,2-2 0,-55-44 0,79 59 0,-1 1 0,1-1 0,-1 1 0,0 0 0,0 1 0,0 0 0,0 0 0,-1 1 0,1 0 0,-1 0 0,-12 0 0,-12 0 0,-57 5 0,23 1 0,-54-13 0,73 3 0,47 6 0,-1 0 0,1 0 0,-1-1 0,1 1 0,-1 0 0,1 0 0,-1 0 0,1 0 0,-1 1 0,1-1 0,-1 0 0,1 1 0,-1-1 0,1 1 0,-1-1 0,1 1 0,0 0 0,-1-1 0,-1 3 0,3-3 0,-1 1 0,1 0 0,0 0 0,0 0 0,-1 0 0,1 0 0,0-1 0,0 1 0,0 0 0,0 0 0,0 0 0,0 0 0,0 0 0,0 0 0,0 0 0,1 0 0,-1-1 0,0 1 0,0 0 0,1 0 0,-1 0 0,1-1 0,0 2 0,4 7 0,1-1 0,0 0 0,0 0 0,10 8 0,59 54 0,96 69 0,-86-72 0,-68-54 0,-1-2 0,1 0 0,1-1 0,31 14 0,-49-24 0,1 0 0,-1 1 0,0-1 0,0 0 0,1 0 0,-1 1 0,0-1 0,1 0 0,-1 0 0,0 0 0,1 0 0,-1 1 0,0-1 0,1 0 0,-1 0 0,0 0 0,1 0 0,-1 0 0,0 0 0,1 0 0,-1 0 0,0 0 0,1 0 0,-1 0 0,0 0 0,1 0 0,-1 0 0,0-1 0,1 1 0,-1 0 0,0 0 0,1 0 0,-1 0 0,0 0 0,0-1 0,1 1 0,-1 0 0,0 0 0,0-1 0,1 1 0,-1-1 0,-7-14 0,-21-18 0,-169-137 0,48 45 0,139 117 0,5 4 0,1 0 0,-1 0 0,1-1 0,0 0 0,0 1 0,-4-8 0,7 11 0,1 0 0,-1-1 0,1 1 0,-1-1 0,1 1 0,0-1 0,-1 1 0,1-1 0,0 1 0,0 0 0,0-1 0,0 1 0,0-1 0,1 1 0,-1-1 0,0 1 0,1-1 0,-1 1 0,1 0 0,-1-1 0,1 1 0,0 0 0,-1-1 0,1 1 0,0 0 0,0 0 0,0 0 0,0-1 0,0 1 0,0 0 0,2-1 0,13-11 0,1 1 0,0 0 0,1 1 0,0 1 0,1 0 0,0 2 0,30-10 0,151-31 0,-103 29 0,110-24-1365,-174 36-5461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6:56.66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1 637 24575,'3'1'0,"0"0"0,1 0 0,-1 1 0,0-1 0,0 1 0,0 0 0,0 0 0,0 0 0,0 0 0,-1 0 0,1 1 0,-1-1 0,3 4 0,15 11 0,-3-5 0,2-1 0,-1-1 0,1 0 0,1-2 0,0 0 0,0-1 0,1-1 0,-1-1 0,24 3 0,56 15 0,-76-16 0,0-1 0,0-2 0,34 4 0,479-6 0,-262-5 0,-235 3 0,39 1 0,142-17 0,-97 2 0,-69 10 0,66-15 0,-105 16 0,0-2 0,0 1 0,-1-2 0,0 0 0,0-1 0,0-1 0,-1 0 0,21-16 0,-29 18 0,0-1 0,0 0 0,0 0 0,-1-1 0,0 1 0,0-1 0,-1 0 0,0 0 0,-1-1 0,0 1 0,0-1 0,0 0 0,1-14 0,-2 13 0,-1 1 0,0-1 0,0 1 0,-1-1 0,-1 1 0,1-1 0,-1 1 0,-1 0 0,0-1 0,0 1 0,-1 0 0,-7-17 0,-4 5 0,0 2 0,-1 0 0,-1 0 0,0 1 0,-2 1 0,0 1 0,-1 1 0,0 0 0,-1 1 0,-1 1 0,-26-11 0,-9-2 0,0 2 0,-1 3 0,-78-17 0,-3 4 0,-1 6 0,-2 6 0,-155-4 0,277 27 0,0 0 0,1 1 0,-1 1 0,0 1 0,1 1 0,0 0 0,-29 14 0,-118 68 0,76-36 0,85-49 0,-32 18 0,-2-1 0,0-2 0,-1-1 0,-60 15 0,90-28 0,1 0 0,0 0 0,0 1 0,1 0 0,-1 1 0,1 0 0,0 0 0,-8 8 0,-16 10 0,-60 33-1365,75-44-5461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6:58.88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129 663 24575,'23'21'0,"1"-2"0,0 0 0,1-2 0,1-1 0,1-1 0,0-1 0,1-1 0,38 12 0,34 5 0,112 19 0,-99-25 0,-22-7 0,2-3 0,0-4 0,1-4 0,141-10 0,-141-6 0,119-29 0,-99 15 0,-84 17 0,0-1 0,0-1 0,-1-2 0,50-26 0,-28 8 0,75-56 0,-123 83 0,0 0 0,0 0 0,0 0 0,-1-1 0,1 1 0,0-1 0,-1 1 0,0-1 0,0 0 0,0 0 0,0 0 0,0 0 0,-1 0 0,1 0 0,-1 0 0,0-1 0,0 1 0,0-1 0,0 1 0,-1-1 0,1 1 0,-1-1 0,0 1 0,0-1 0,0 1 0,0-1 0,-1 1 0,0-1 0,1 1 0,-1-1 0,0 1 0,-1 0 0,1-1 0,-1 1 0,-2-5 0,-7-8 0,-1 1 0,0 0 0,-1 1 0,0 0 0,-22-16 0,12 9 0,5 4 0,-20-20 0,-2 1 0,-1 2 0,-2 1 0,-77-43 0,-60 1 0,2 2 0,143 58 0,-1 0 0,-1 3 0,0 1 0,-1 1 0,0 3 0,-56-5 0,-237 7 0,183 8 0,89-1 0,1 2 0,-1 3 0,-85 22 0,133-26 0,0 1 0,1 1 0,-1-1 0,1 2 0,1-1 0,-1 1 0,-14 13 0,-58 59 0,52-48 0,9-9 30,1 1 0,1 1 0,-24 38 0,35-49-179,1 1 1,1-1-1,0 1 1,1 0-1,1 0 1,0 1-1,0-1 1,1 1-1,-1 22 1,3-14-6678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7:00.50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209 690 24575,'53'11'0,"-16"-2"0,62 12 0,52 8 0,-129-26 0,38 6 0,0-2 0,1-3 0,0-2 0,86-9 0,-93 1 0,-34 4 0,0 0 0,0-1 0,0-1 0,-1-1 0,21-7 0,-34 9 0,0 0 0,-1 0 0,1 0 0,-1-1 0,1 0 0,-1 0 0,0-1 0,-1 1 0,1-1 0,-1 0 0,0 0 0,0-1 0,0 1 0,-1-1 0,0 0 0,0 0 0,0 0 0,-1 0 0,3-12 0,0-1 0,-2 0 0,0 0 0,-1 0 0,-1-1 0,-1 1 0,-1 0 0,0-1 0,-1 1 0,-2 0 0,0 0 0,0 1 0,-2-1 0,-1 1 0,0 0 0,-1 0 0,-1 1 0,0 0 0,-1 1 0,-1 0 0,-1 0 0,0 1 0,-1 1 0,-23-20 0,9 12 0,0 1 0,-2 2 0,0 1 0,0 1 0,-2 1 0,0 2 0,-1 2 0,0 0 0,-1 2 0,0 2 0,-1 1 0,0 1 0,0 2 0,0 1 0,0 2 0,0 1 0,0 2 0,-50 9 0,54-2 0,-1 1 0,1 2 0,-48 26 0,16-8 0,47-22 0,1 0 0,0 0 0,1 1 0,0 1 0,0 0 0,1 1 0,1 1 0,0 0 0,0 0 0,1 1 0,0 0 0,2 1 0,-1 0 0,2 0 0,0 1 0,0 0 0,2 0 0,0 0 0,0 1 0,2 0 0,0 0 0,-2 28 0,4-28-136,0 1-1,1-1 1,1 1-1,1-1 1,0 1-1,1-1 1,1 0-1,0 0 0,9 20 1,-4-21-6690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7:02.64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24575,'4'6'0,"0"-1"0,0 1 0,0 0 0,-1 1 0,0-1 0,0 1 0,-1-1 0,0 1 0,2 11 0,4 9 0,103 314 0,162 459 0,111 283-760,-224-559 756,85 264-4,-155-540 325,167 323-1,-1 40-164,-51 21-176,-111-330 35,-16-38-11,47 138 0,-120-388 0,48 129 0,90 173 0,-21-89 0,-120-220-26,-15-20 90,-17-22-1467,-5-7-5423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7:04.77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589 1 24575,'-5'91'0,"-5"-1"0,-3 0 0,-32 114 0,8-33 0,-155 608 0,23-112 0,127-460 0,-20 266 0,51-288 0,9 0 0,7-1 0,49 303 0,133 352 0,-144-661 0,83 447 0,-33 7 0,18 110 0,-13-145 0,37 202 0,44-11 0,203 326 0,-287-890 0,-77-188 0,2-1 0,2-2 0,1 0 0,28 30 0,10 7 0,3-4 0,86 69 0,-53-58 0,-44-31 0,3-2 0,2-3 0,1-2 0,79 37 0,-50-38 0,-5-3 0,141 83 0,-188-95 0,-2 0 0,1-2 0,1-1 0,61 24 0,-52-27 0,-20-7 0,0-1 0,50 11 0,-71-20-41,-1 0 0,0 0-1,0 0 1,1 0-1,-1 0 1,0 0 0,0-1-1,1 0 1,-1 1 0,0-1-1,0 0 1,0-1-1,0 1 1,0-1 0,0 1-1,-1-1 1,1 0 0,0 0-1,-1 0 1,1 0-1,-1 0 1,0-1 0,0 1-1,0-1 1,0 1 0,0-1-1,0 0 1,-1 0-1,0 0 1,1 0 0,-1 0-1,1-6 1,9-26-6785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7:07.1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2462 1 24575,'-15'1'0,"1"0"0,0 1 0,-1 1 0,1 0 0,1 1 0,-1 0 0,-24 12 0,-90 57 0,70-38 0,-78 49 0,4 7 0,4 5 0,4 6 0,-143 152 0,71-39 0,-246 349 0,346-424 0,-147 285 0,189-306 0,4 2 0,6 2 0,-30 133 0,35-63 0,-19 237 0,26 201 0,35-162 0,-8 198 0,-17-10 0,27-440 0,33 220 0,17-108 0,179 586 0,202 289 0,-45-335 0,-237-615 0,-38-64 0,-36-67 0,161 190 0,-188-249 0,33 30 0,3-4 0,147 114 0,-144-135 0,137 77 0,-24-17 0,-138-89 0,2-3 0,2-3 0,122 41 0,-40-17 0,42 4 0,2 0 0,-114-23 0,-3 4 0,-1 3 0,108 84 0,-179-125 0,237 144 0,-24-16 0,-169-101 0,72 32 0,-22-13 0,27 17 0,218 80 0,-262-122 0,-55-18 0,-1 1 0,-1 1 0,48 24 0,108 57 0,-178-88-105,0 0 0,0 0 0,0-1 0,0 0 0,0 0 0,0 0 0,1-1 0,-1 0 0,1 0 0,-1-1 0,1 0 0,9-1 0,5-3-6721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7:26.76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1 329 24575,'6'-2'0,"1"-1"0,-1 0 0,1 0 0,-1 0 0,0-1 0,0 0 0,-1 0 0,1-1 0,-1 1 0,0-1 0,9-11 0,0 2 0,241-205 0,-241 207 0,-10 8 0,0 0 0,0 1 0,1-1 0,-1 1 0,11-5 0,-14 7 0,0 1 0,-1 0 0,1 0 0,0 0 0,0-1 0,0 1 0,0 0 0,0 0 0,0 0 0,0 0 0,0 1 0,-1-1 0,1 0 0,0 0 0,0 0 0,0 1 0,0-1 0,0 1 0,-1-1 0,1 0 0,0 1 0,0-1 0,-1 1 0,1 0 0,0-1 0,-1 1 0,1 0 0,0-1 0,-1 1 0,1 0 0,-1 0 0,1-1 0,-1 1 0,0 0 0,1 0 0,-1 0 0,0 0 0,0-1 0,1 1 0,-1 0 0,0 0 0,0 1 0,6 30 0,-1 0 0,-2 0 0,-1 0 0,-2 0 0,-5 50 0,1-4 0,3 31-1365,1-75-5461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6:34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463 1829 24575,'11'2'0,"0"-1"0,0 2 0,0 0 0,0 0 0,0 1 0,13 7 0,10 2 0,294 87 0,-107-28 0,450 84 0,257-73 0,-800-79 0,1-5 0,0-5 0,252-48 0,-258 28 0,183-44 0,-227 48 0,139-60 0,20-16 0,-189 77 0,-1-3 0,-2-2 0,0-1 0,49-41 0,-88 63 0,0-1 0,-1 0 0,1 0 0,-2-1 0,1 1 0,-1-1 0,0 0 0,0-1 0,-1 1 0,0-1 0,0 0 0,-1 0 0,0 0 0,0-1 0,2-13 0,-1-7 0,-2 0 0,0 0 0,-4-39 0,0 24 0,2 29 0,-2-1 0,0 0 0,-1 1 0,-1 0 0,0 0 0,-1 0 0,-1 0 0,0 1 0,-1-1 0,0 2 0,-19-26 0,14 23 0,-1 0 0,-1 1 0,0 1 0,-1 0 0,0 1 0,-1 1 0,0 1 0,-35-19 0,-22-6 0,-2 3 0,-2 4 0,-140-36 0,79 48 0,46 7 0,-100-1 0,-8-2 0,97 7 0,79 7 0,1-2 0,1-1 0,-1 0 0,-32-9 0,49 10 0,0-1 0,1 0 0,0 0 0,-1-1 0,1 0 0,0 1 0,0-2 0,1 1 0,-1 0 0,0-1 0,1 0 0,0 0 0,0-1 0,0 1 0,1-1 0,0 1 0,-1-1 0,2 0 0,-1 0 0,0-1 0,1 1 0,0-1 0,1 1 0,-1-1 0,1 1 0,0-1 0,0 0 0,1 0 0,-1 0 0,1 1 0,1-1 0,-1 0 0,1 0 0,0 1 0,0-1 0,1 0 0,-1 1 0,1-1 0,1 1 0,-1 0 0,1 0 0,0 0 0,0 0 0,0 0 0,1 0 0,0 1 0,6-7 0,-3 3 0,170-187 0,-165 177 0,0-1 0,-2 1 0,0-2 0,-1 0 0,8-24 0,2-2 0,-17 42 0,0-1 0,-1 1 0,1-1 0,-1 1 0,1-1 0,-1 1 0,-1-1 0,1 0 0,-1 0 0,1 1 0,-1-1 0,-1 0 0,1 0 0,-1 1 0,0-1 0,0 0 0,0 1 0,0-1 0,-1 1 0,-3-7 0,1 5 0,-1 1 0,1 0 0,0 1 0,-1-1 0,0 1 0,0 0 0,-1 0 0,1 1 0,-1-1 0,0 1 0,0 0 0,0 1 0,0-1 0,-10-1 0,-33-7 0,-1 3 0,0 2 0,0 2 0,-89 4 0,1-1 0,-1320-18 0,1179 6 0,-53 1 0,306 14 0,0 1 0,0 2 0,0 1 0,0 1 0,1 1 0,0 1 0,1 1 0,-45 26 0,9 2 0,1 2 0,-57 50 0,63-42 0,3 2 0,-85 107 0,60-39 0,64-99 0,6-9 0,0 0 0,1 0 0,1 1 0,-1-1 0,2 1 0,-1 0 0,1 0 0,0 17 0,4 95 0,1-58 0,-3-57 0,1 70 0,12 86 0,-9-138 0,2 1 0,0-1 0,2 0 0,0-1 0,2 1 0,1-2 0,14 24 0,28 44 0,-16-25 0,56 75 0,-78-121 0,2-1 0,0-1 0,2-1 0,0 0 0,1-2 0,0 0 0,36 21 0,-22-22-170,1 0-1,0-2 0,1-2 1,0-1-1,1-2 0,0-2 1,38 3-1,-39-6-6655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6:37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335 1698 24575,'7'-6'0,"1"1"0,-1 0 0,1 0 0,1 1 0,-1 0 0,0 1 0,1 0 0,0 0 0,14-3 0,3-1 0,53-14 0,0 2 0,97-8 0,168 0 0,-311 25 0,668-4 0,-12 1 0,-634 1 0,-2-1 0,70-18 0,-95 16 0,0-2 0,-1-1 0,0-1 0,-1-1 0,48-31 0,168-93 0,-77 47 0,-153 82 0,-1 0 0,0 0 0,-1-1 0,0-1 0,0 1 0,0-2 0,-1 1 0,-1-1 0,0-1 0,0 0 0,-1 0 0,0 0 0,-1-1 0,-1 0 0,1 0 0,-2 0 0,0-1 0,0 1 0,-1-1 0,-1 0 0,0 0 0,-1 0 0,-1-24 0,1 21 0,0 1 0,-2-1 0,0 1 0,-1 0 0,0-1 0,-2 1 0,1 0 0,-2 1 0,0-1 0,-1 1 0,0 0 0,-1 0 0,-1 1 0,0-1 0,-13-14 0,-151-148 0,129 136 0,0 5 0,-1 3 0,-1 1 0,-2 2 0,-71-32 0,54 28 0,-3-1 0,-2 3 0,-1 3 0,-1 3 0,-2 3 0,0 3 0,-1 3 0,0 4 0,-1 3 0,-123 1 0,162 8 0,-130 3 0,-168-20 0,303 14 0,-1 1 0,-1 1 0,1 2 0,-53 8 0,24 0 0,34-7 0,0 2 0,1 1 0,-1 2 0,-36 13 0,54-17 0,-263 122 0,225-100 0,2 2 0,0 3 0,-65 56 0,-49 40 0,105-87 0,2 2 0,-65 67 0,99-88 0,-10 9 0,2 2 0,-25 37 0,43-56 0,2 0 0,-1 0 0,2 0 0,0 0 0,0 1 0,1 0 0,1 0 0,0 0 0,0 0 0,0 18 0,1 11 0,2-1 0,7 55 0,-5-79 0,2 0 0,0 0 0,1-1 0,0 0 0,1 0 0,1 0 0,1 0 0,12 19 0,13 8 0,1-1 0,2-2 0,75 66 0,-76-78 0,1-2 0,1-2 0,1-1 0,57 25 0,-65-37 0,0-2 0,1-2 0,0 0 0,0-2 0,48 2 0,-43-4 0,290 3 12,-192-8-1389,-110 2-5449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6:43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8635 1 24575,'-28'1'0,"-53"10"0,-17 1 0,37-6 0,0 3 0,1 2 0,-69 22 0,9-3 0,-670 182 0,-554 129 0,824-219 0,-1203 321 0,917-228 0,-473 144 0,917-229 0,262-88 0,-144 86 0,117-46 0,3 5 0,-188 173 0,261-212 0,-49 60 0,84-89 0,1 1 0,1 1 0,1 0 0,1 0 0,0 1 0,-14 42 0,20-26 0,9-31 0,9-24 0,98-229 0,-43 85 0,110-221 0,-242 463 0,4-4 0,30-40 0,1 2 0,-46 80 0,70-108 0,0 1 0,1 0 0,1 0 0,-1 0 0,2 1 0,0-1 0,0 1 0,1 0 0,1 0 0,0 0 0,1 0 0,0 0 0,1 0 0,1 0 0,5 21 0,-5-28 0,1 0 0,0 0 0,0-1 0,1 1 0,-1-1 0,1 1 0,0-1 0,1-1 0,-1 1 0,1-1 0,0 1 0,0-1 0,1-1 0,-1 1 0,1-1 0,0 0 0,-1 0 0,1 0 0,1-1 0,-1 0 0,8 1 0,17 5 0,2-2 0,61 5 0,-78-10 0,152 8-273,0-7 0,1-7 0,-2-7 0,271-57 0,-384 58-6553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6:46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10162 1 24575,'-2'19'0,"-1"0"0,0 1 0,-1-2 0,-2 1 0,-8 22 0,-2 9 0,-289 813 0,300-850 0,-291 668 0,231-557 0,-6-2 0,-5-4 0,-114 136 0,39-85 0,-7-7 0,-6-7 0,-8-7 0,-216 143 0,-432 214 0,656-422 0,-4-7 0,-2-7 0,-223 58 0,137-65 0,-2-11 0,-406 28 0,440-66 0,-1476 116 0,781 45 0,871-163 0,-15 5 0,1 3 0,1 3 0,-59 30 0,-164 101 0,183-96 0,22-10 0,2 3 0,-80 69 0,-125 137 0,183-161 0,-138 143 0,-111 109 0,180-187 0,151-141 0,1 0 0,1 2 0,0 0 0,2 0 0,0 2 0,2-1 0,1 1 0,0 1 0,2 0 0,1 0 0,-5 28 0,8-180 0,6 86 0,3 1 0,10-47 0,-10 66 0,0 1 0,2 0 0,1 1 0,0 0 0,21-36 0,-29 56 0,0 0 0,1-1 0,-1 1 0,0-1 0,0 1 0,0 0 0,0-1 0,0 1 0,1 0 0,-1-1 0,0 1 0,0-1 0,1 1 0,-1 0 0,0 0 0,0-1 0,1 1 0,-1 0 0,0-1 0,1 1 0,-1 0 0,0 0 0,1 0 0,-1-1 0,1 1 0,-1 0 0,0 0 0,1 0 0,-1 0 0,1 0 0,-1 0 0,0 0 0,1 0 0,-1 0 0,1 0 0,-1 0 0,1 0 0,-1 0 0,0 0 0,1 0 0,4 19 0,-5 29 0,-8 17 0,-1 8 0,3 0 0,4 94 0,2-165 0,0 0 0,0 0 0,1 0 0,-1 1 0,0-1 0,1 0 0,-1 0 0,1 0 0,0 0 0,0 0 0,0 0 0,0 0 0,0 0 0,0 0 0,0 0 0,1-1 0,-1 1 0,1 0 0,-1-1 0,1 1 0,-1-1 0,1 1 0,0-1 0,0 0 0,0 0 0,0 0 0,0 0 0,0 0 0,0 0 0,0-1 0,0 1 0,0-1 0,0 1 0,1-1 0,-1 0 0,0 0 0,0 0 0,3 0 0,9-2 0,0 0 0,-1 0 0,1-2 0,-1 1 0,13-7 0,-20 8 0,126-50 0,-1-5 0,-4-6 0,133-89 0,-237 140-114,-1 1 1,1 1-1,1 1 0,0 1 0,0 0 1,1 2-1,-1 2 0,1 0 0,0 1 1,0 1-1,39 3 0,-23-1-6712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7:31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632 413 24575,'-1'-10'0,"-2"1"0,1 0 0,-1 0 0,-1 0 0,1 1 0,-2-1 0,1 1 0,-1 0 0,-11-14 0,-3-7 0,15 21 0,0 0 0,0 0 0,0 0 0,1 0 0,0 0 0,0-1 0,1 1 0,1-1 0,-1 0 0,1 0 0,1 1 0,-1-1 0,2 0 0,1-14 0,0 16 0,0 0 0,0 0 0,1 0 0,0 1 0,0-1 0,1 1 0,-1 0 0,1 0 0,1 0 0,-1 0 0,1 1 0,0-1 0,1 1 0,-1 1 0,1-1 0,0 1 0,12-7 0,-6 5 0,1 1 0,-1 1 0,1 0 0,-1 1 0,1 0 0,0 1 0,0 0 0,0 1 0,0 1 0,1 0 0,-1 0 0,0 2 0,0-1 0,0 2 0,-1 0 0,1 0 0,0 1 0,-1 1 0,20 10 0,-19-9 0,0 1 0,-1 1 0,1 0 0,-2 1 0,1 0 0,-1 1 0,18 21 0,-23-24 0,0 1 0,0 0 0,-1 1 0,-1-1 0,1 1 0,-1 0 0,-1 0 0,0 0 0,0 0 0,0 1 0,-1-1 0,0 13 0,-2-15 0,0 1 0,0 0 0,-1-1 0,-1 1 0,1-1 0,-1 1 0,0-1 0,-1 0 0,0 1 0,0-1 0,-1-1 0,1 1 0,-1 0 0,-1-1 0,1 0 0,-8 7 0,-9 9 0,-1-1 0,-45 32 0,46-36 0,-103 75 0,-121 101 0,31-20 0,-15 14 0,220-179 0,0 1 0,0 0 0,1 0 0,0 1 0,-11 18 0,17-26 0,1 1 0,0 0 0,0-1 0,-1 1 0,1 0 0,1 0 0,-1 0 0,0 0 0,1 0 0,-1-1 0,1 1 0,0 0 0,0 0 0,0 0 0,1 0 0,-1 0 0,1 0 0,-1 0 0,1 0 0,0 0 0,0-1 0,0 1 0,1 0 0,-1-1 0,1 1 0,-1-1 0,1 1 0,0-1 0,3 4 0,6 4 0,1-1 0,0 1 0,0-2 0,1 0 0,0 0 0,1-1 0,-1-1 0,17 5 0,123 32 0,-127-37 0,79 15-341,1-4 0,1-5-1,183-3 1,-266-9-6485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EFC28-D01A-F0E7-B5E7-F01ABFFD8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C2265-1C6C-6FD4-F3E2-BAF624DEA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395B0-EDAD-AD1A-18D4-A36387E2D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C19BF-85BB-E35C-020A-5C69B9A41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0A9B0-151D-17C5-8533-5F901D947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66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62034-8CC8-205F-9721-817B30A8E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F727B-1FF5-5A37-1850-79B805407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F10F0-0417-42CB-2375-EDC60AD9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9412F-C1A0-3C12-DB89-41BDDF08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68B23-64A7-C355-3F32-7A2B35354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8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BC9B-E6CC-461C-092B-C1E8CE31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3D15D-2C41-287F-5796-678398CB0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F44A6-1674-C1FA-13D9-58C157AB2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BED47-1BDD-3206-1E5A-F52AC8DEB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1AEAC-4CD3-DF2B-DD2F-DA8EA0EA0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1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23873-0ECC-AF5B-AA92-51AD4246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1BD4E-DED7-59B0-CCC0-1CA5E6CB6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5BC2B-883D-B098-7938-5B6767418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7BE7-49BC-5AF4-EADA-7F3C592D2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077F0-7871-FABC-B3A8-A5C1DDDD6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B3A27-F1C4-BBA9-80E9-D006F9808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76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B356-5E0D-66B9-5504-090D96715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5D148-BAA1-7BFF-3238-68D6FEF13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86BCD-104B-85DC-1AE4-4B2C991E7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FB99E9-A1F8-D0EC-50C2-27896716A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32250A-A187-35ED-C6D7-AFDE14897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66D970-8118-7F54-BA52-FE3D3C0EF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FB9F58-DD75-4B96-B924-4466016A0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B234B4-00E2-5029-E8DE-63501C9CB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2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4131A-5307-AC72-53BD-3C868228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020686-2D89-BFCD-AF6D-6229C33B3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BFE46-E377-C672-7B8C-AD01E739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36A08-F874-770D-A6B2-7E980130A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87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5D5B6-A10D-16E4-147E-A63306343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80DFFC-3CBA-69C4-745E-6F09B44C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9F61F-4673-ED79-B96C-8BBCFD4B7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32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E8A05-745C-42B4-8683-DBAAB1360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DA47A-78D2-AF76-9FFF-FBDD9D019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2A2B1-F301-6F25-C772-14B7D1CC2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6EA5C-3AA9-F6D3-E10E-7A40A52A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BF9F4-A863-8C33-BE25-71DAEDDC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279EE-9731-BC63-DDB9-C417B8642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35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57DB0-A53C-6A32-8464-937CB9A3D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A7437-9173-A1C5-AFF1-EF66508679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41E92-4A36-7CDB-7B28-4303E5360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540EB-A7AD-C089-4070-EF16734D8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791F0-85CD-EB07-5917-E842804E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6AE62-9FB4-ABE6-72D2-30999EA9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1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2A1F8-4092-9FF9-23E7-4FD3F317D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3F431-FE2C-92E4-9FD6-1293DF80B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77223-6139-AD10-54DC-FA52AA49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78A17-9E97-B3B2-465A-E7E35117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83BAB-E1B9-B43E-E1C9-4794CEB80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8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C02BB5-68AC-B9AC-42C1-CE1AF6A0C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07D02-151A-D129-BDC1-CA11F690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A78AB-61A2-AB76-3A39-D380097F6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D785C-14A4-3A2C-A79C-54F5B64E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18D76-3C56-15FE-70D9-A52C1CFC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06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B9BD42-F0D9-964B-D8C7-2BCF6ECB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EBB8F-DD05-D5C1-1E18-FA9328005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A464F-1841-A7E8-4AED-D1B1984524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57794-3985-478D-8B15-11482C41A2F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736E9-6230-CBE6-E30E-608281A3E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187B6-4C87-CDFC-7AC9-B78EDBD63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14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customXml" Target="../ink/ink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5.png"/><Relationship Id="rId14" Type="http://schemas.openxmlformats.org/officeDocument/2006/relationships/customXml" Target="../ink/ink6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.png"/><Relationship Id="rId21" Type="http://schemas.openxmlformats.org/officeDocument/2006/relationships/customXml" Target="../ink/ink15.xml"/><Relationship Id="rId42" Type="http://schemas.openxmlformats.org/officeDocument/2006/relationships/customXml" Target="../ink/ink29.xml"/><Relationship Id="rId47" Type="http://schemas.openxmlformats.org/officeDocument/2006/relationships/image" Target="../media/image39.png"/><Relationship Id="rId63" Type="http://schemas.openxmlformats.org/officeDocument/2006/relationships/image" Target="../media/image41.png"/><Relationship Id="rId68" Type="http://schemas.openxmlformats.org/officeDocument/2006/relationships/customXml" Target="../ink/ink48.xml"/><Relationship Id="rId84" Type="http://schemas.openxmlformats.org/officeDocument/2006/relationships/customXml" Target="../ink/ink59.xml"/><Relationship Id="rId16" Type="http://schemas.openxmlformats.org/officeDocument/2006/relationships/image" Target="../media/image27.png"/><Relationship Id="rId11" Type="http://schemas.openxmlformats.org/officeDocument/2006/relationships/customXml" Target="../ink/ink10.xml"/><Relationship Id="rId32" Type="http://schemas.openxmlformats.org/officeDocument/2006/relationships/customXml" Target="../ink/ink20.xml"/><Relationship Id="rId37" Type="http://schemas.openxmlformats.org/officeDocument/2006/relationships/customXml" Target="../ink/ink25.xml"/><Relationship Id="rId53" Type="http://schemas.openxmlformats.org/officeDocument/2006/relationships/customXml" Target="../ink/ink37.xml"/><Relationship Id="rId58" Type="http://schemas.openxmlformats.org/officeDocument/2006/relationships/customXml" Target="../ink/ink42.xml"/><Relationship Id="rId74" Type="http://schemas.openxmlformats.org/officeDocument/2006/relationships/customXml" Target="../ink/ink51.xml"/><Relationship Id="rId79" Type="http://schemas.openxmlformats.org/officeDocument/2006/relationships/customXml" Target="../ink/ink54.xml"/><Relationship Id="rId5" Type="http://schemas.openxmlformats.org/officeDocument/2006/relationships/image" Target="../media/image21.png"/><Relationship Id="rId61" Type="http://schemas.openxmlformats.org/officeDocument/2006/relationships/image" Target="../media/image40.png"/><Relationship Id="rId82" Type="http://schemas.openxmlformats.org/officeDocument/2006/relationships/customXml" Target="../ink/ink57.xml"/><Relationship Id="rId19" Type="http://schemas.openxmlformats.org/officeDocument/2006/relationships/customXml" Target="../ink/ink14.xml"/><Relationship Id="rId14" Type="http://schemas.openxmlformats.org/officeDocument/2006/relationships/image" Target="../media/image26.png"/><Relationship Id="rId22" Type="http://schemas.openxmlformats.org/officeDocument/2006/relationships/image" Target="../media/image30.png"/><Relationship Id="rId27" Type="http://schemas.openxmlformats.org/officeDocument/2006/relationships/customXml" Target="../ink/ink18.xml"/><Relationship Id="rId30" Type="http://schemas.openxmlformats.org/officeDocument/2006/relationships/image" Target="../media/image34.png"/><Relationship Id="rId35" Type="http://schemas.openxmlformats.org/officeDocument/2006/relationships/customXml" Target="../ink/ink23.xml"/><Relationship Id="rId43" Type="http://schemas.openxmlformats.org/officeDocument/2006/relationships/image" Target="../media/image37.png"/><Relationship Id="rId48" Type="http://schemas.openxmlformats.org/officeDocument/2006/relationships/customXml" Target="../ink/ink32.xml"/><Relationship Id="rId56" Type="http://schemas.openxmlformats.org/officeDocument/2006/relationships/customXml" Target="../ink/ink40.xml"/><Relationship Id="rId64" Type="http://schemas.openxmlformats.org/officeDocument/2006/relationships/customXml" Target="../ink/ink46.xml"/><Relationship Id="rId69" Type="http://schemas.openxmlformats.org/officeDocument/2006/relationships/image" Target="../media/image44.png"/><Relationship Id="rId77" Type="http://schemas.openxmlformats.org/officeDocument/2006/relationships/customXml" Target="../ink/ink52.xml"/><Relationship Id="rId8" Type="http://schemas.openxmlformats.org/officeDocument/2006/relationships/image" Target="../media/image23.png"/><Relationship Id="rId51" Type="http://schemas.openxmlformats.org/officeDocument/2006/relationships/customXml" Target="../ink/ink35.xml"/><Relationship Id="rId72" Type="http://schemas.openxmlformats.org/officeDocument/2006/relationships/customXml" Target="../ink/ink50.xml"/><Relationship Id="rId80" Type="http://schemas.openxmlformats.org/officeDocument/2006/relationships/customXml" Target="../ink/ink55.xml"/><Relationship Id="rId3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customXml" Target="../ink/ink13.xml"/><Relationship Id="rId25" Type="http://schemas.openxmlformats.org/officeDocument/2006/relationships/customXml" Target="../ink/ink17.xml"/><Relationship Id="rId33" Type="http://schemas.openxmlformats.org/officeDocument/2006/relationships/customXml" Target="../ink/ink21.xml"/><Relationship Id="rId38" Type="http://schemas.openxmlformats.org/officeDocument/2006/relationships/customXml" Target="../ink/ink26.xml"/><Relationship Id="rId46" Type="http://schemas.openxmlformats.org/officeDocument/2006/relationships/customXml" Target="../ink/ink31.xml"/><Relationship Id="rId59" Type="http://schemas.openxmlformats.org/officeDocument/2006/relationships/customXml" Target="../ink/ink43.xml"/><Relationship Id="rId67" Type="http://schemas.openxmlformats.org/officeDocument/2006/relationships/image" Target="../media/image43.png"/><Relationship Id="rId20" Type="http://schemas.openxmlformats.org/officeDocument/2006/relationships/image" Target="../media/image29.png"/><Relationship Id="rId41" Type="http://schemas.openxmlformats.org/officeDocument/2006/relationships/image" Target="../media/image36.png"/><Relationship Id="rId54" Type="http://schemas.openxmlformats.org/officeDocument/2006/relationships/customXml" Target="../ink/ink38.xml"/><Relationship Id="rId62" Type="http://schemas.openxmlformats.org/officeDocument/2006/relationships/customXml" Target="../ink/ink45.xml"/><Relationship Id="rId70" Type="http://schemas.openxmlformats.org/officeDocument/2006/relationships/customXml" Target="../ink/ink49.xml"/><Relationship Id="rId75" Type="http://schemas.openxmlformats.org/officeDocument/2006/relationships/image" Target="../media/image47.png"/><Relationship Id="rId83" Type="http://schemas.openxmlformats.org/officeDocument/2006/relationships/customXml" Target="../ink/ink5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5" Type="http://schemas.openxmlformats.org/officeDocument/2006/relationships/customXml" Target="../ink/ink12.xml"/><Relationship Id="rId23" Type="http://schemas.openxmlformats.org/officeDocument/2006/relationships/customXml" Target="../ink/ink16.xml"/><Relationship Id="rId28" Type="http://schemas.openxmlformats.org/officeDocument/2006/relationships/image" Target="../media/image33.png"/><Relationship Id="rId36" Type="http://schemas.openxmlformats.org/officeDocument/2006/relationships/customXml" Target="../ink/ink24.xml"/><Relationship Id="rId49" Type="http://schemas.openxmlformats.org/officeDocument/2006/relationships/customXml" Target="../ink/ink33.xml"/><Relationship Id="rId57" Type="http://schemas.openxmlformats.org/officeDocument/2006/relationships/customXml" Target="../ink/ink41.xml"/><Relationship Id="rId10" Type="http://schemas.openxmlformats.org/officeDocument/2006/relationships/image" Target="../media/image24.png"/><Relationship Id="rId31" Type="http://schemas.openxmlformats.org/officeDocument/2006/relationships/image" Target="../media/image35.png"/><Relationship Id="rId44" Type="http://schemas.openxmlformats.org/officeDocument/2006/relationships/customXml" Target="../ink/ink30.xml"/><Relationship Id="rId52" Type="http://schemas.openxmlformats.org/officeDocument/2006/relationships/customXml" Target="../ink/ink36.xml"/><Relationship Id="rId60" Type="http://schemas.openxmlformats.org/officeDocument/2006/relationships/customXml" Target="../ink/ink44.xml"/><Relationship Id="rId65" Type="http://schemas.openxmlformats.org/officeDocument/2006/relationships/image" Target="../media/image42.png"/><Relationship Id="rId73" Type="http://schemas.openxmlformats.org/officeDocument/2006/relationships/image" Target="../media/image46.png"/><Relationship Id="rId78" Type="http://schemas.openxmlformats.org/officeDocument/2006/relationships/customXml" Target="../ink/ink53.xml"/><Relationship Id="rId81" Type="http://schemas.openxmlformats.org/officeDocument/2006/relationships/customXml" Target="../ink/ink56.xml"/><Relationship Id="rId4" Type="http://schemas.openxmlformats.org/officeDocument/2006/relationships/customXml" Target="../ink/ink7.xml"/><Relationship Id="rId9" Type="http://schemas.openxmlformats.org/officeDocument/2006/relationships/customXml" Target="../ink/ink9.xml"/><Relationship Id="rId13" Type="http://schemas.openxmlformats.org/officeDocument/2006/relationships/customXml" Target="../ink/ink11.xml"/><Relationship Id="rId18" Type="http://schemas.openxmlformats.org/officeDocument/2006/relationships/image" Target="../media/image28.png"/><Relationship Id="rId39" Type="http://schemas.openxmlformats.org/officeDocument/2006/relationships/customXml" Target="../ink/ink27.xml"/><Relationship Id="rId34" Type="http://schemas.openxmlformats.org/officeDocument/2006/relationships/customXml" Target="../ink/ink22.xml"/><Relationship Id="rId50" Type="http://schemas.openxmlformats.org/officeDocument/2006/relationships/customXml" Target="../ink/ink34.xml"/><Relationship Id="rId55" Type="http://schemas.openxmlformats.org/officeDocument/2006/relationships/customXml" Target="../ink/ink39.xml"/><Relationship Id="rId76" Type="http://schemas.openxmlformats.org/officeDocument/2006/relationships/image" Target="../media/image48.png"/><Relationship Id="rId7" Type="http://schemas.openxmlformats.org/officeDocument/2006/relationships/customXml" Target="../ink/ink8.xml"/><Relationship Id="rId71" Type="http://schemas.openxmlformats.org/officeDocument/2006/relationships/image" Target="../media/image45.png"/><Relationship Id="rId2" Type="http://schemas.openxmlformats.org/officeDocument/2006/relationships/image" Target="../media/image19.png"/><Relationship Id="rId29" Type="http://schemas.openxmlformats.org/officeDocument/2006/relationships/customXml" Target="../ink/ink19.xml"/><Relationship Id="rId24" Type="http://schemas.openxmlformats.org/officeDocument/2006/relationships/image" Target="../media/image31.png"/><Relationship Id="rId40" Type="http://schemas.openxmlformats.org/officeDocument/2006/relationships/customXml" Target="../ink/ink28.xml"/><Relationship Id="rId45" Type="http://schemas.openxmlformats.org/officeDocument/2006/relationships/image" Target="../media/image38.png"/><Relationship Id="rId66" Type="http://schemas.openxmlformats.org/officeDocument/2006/relationships/customXml" Target="../ink/ink4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customXml" Target="../ink/ink60.xml"/><Relationship Id="rId7" Type="http://schemas.openxmlformats.org/officeDocument/2006/relationships/customXml" Target="../ink/ink62.xml"/><Relationship Id="rId12" Type="http://schemas.openxmlformats.org/officeDocument/2006/relationships/image" Target="../media/image5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customXml" Target="../ink/ink64.xml"/><Relationship Id="rId5" Type="http://schemas.openxmlformats.org/officeDocument/2006/relationships/customXml" Target="../ink/ink61.xml"/><Relationship Id="rId10" Type="http://schemas.openxmlformats.org/officeDocument/2006/relationships/image" Target="../media/image52.png"/><Relationship Id="rId4" Type="http://schemas.openxmlformats.org/officeDocument/2006/relationships/image" Target="../media/image49.png"/><Relationship Id="rId9" Type="http://schemas.openxmlformats.org/officeDocument/2006/relationships/customXml" Target="../ink/ink6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customXml" Target="../ink/ink66.xml"/><Relationship Id="rId4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customXml" Target="../ink/ink67.xml"/><Relationship Id="rId7" Type="http://schemas.openxmlformats.org/officeDocument/2006/relationships/customXml" Target="../ink/ink69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customXml" Target="../ink/ink68.xml"/><Relationship Id="rId4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customXml" Target="../ink/ink75.xml"/><Relationship Id="rId18" Type="http://schemas.openxmlformats.org/officeDocument/2006/relationships/image" Target="../media/image66.png"/><Relationship Id="rId26" Type="http://schemas.openxmlformats.org/officeDocument/2006/relationships/image" Target="../media/image70.png"/><Relationship Id="rId3" Type="http://schemas.openxmlformats.org/officeDocument/2006/relationships/customXml" Target="../ink/ink70.xml"/><Relationship Id="rId21" Type="http://schemas.openxmlformats.org/officeDocument/2006/relationships/customXml" Target="../ink/ink79.xml"/><Relationship Id="rId7" Type="http://schemas.openxmlformats.org/officeDocument/2006/relationships/customXml" Target="../ink/ink72.xml"/><Relationship Id="rId12" Type="http://schemas.openxmlformats.org/officeDocument/2006/relationships/image" Target="../media/image63.png"/><Relationship Id="rId17" Type="http://schemas.openxmlformats.org/officeDocument/2006/relationships/customXml" Target="../ink/ink77.xml"/><Relationship Id="rId25" Type="http://schemas.openxmlformats.org/officeDocument/2006/relationships/customXml" Target="../ink/ink81.xml"/><Relationship Id="rId2" Type="http://schemas.openxmlformats.org/officeDocument/2006/relationships/image" Target="../media/image58.png"/><Relationship Id="rId16" Type="http://schemas.openxmlformats.org/officeDocument/2006/relationships/image" Target="../media/image65.png"/><Relationship Id="rId20" Type="http://schemas.openxmlformats.org/officeDocument/2006/relationships/image" Target="../media/image67.png"/><Relationship Id="rId29" Type="http://schemas.openxmlformats.org/officeDocument/2006/relationships/customXml" Target="../ink/ink8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11" Type="http://schemas.openxmlformats.org/officeDocument/2006/relationships/customXml" Target="../ink/ink74.xml"/><Relationship Id="rId24" Type="http://schemas.openxmlformats.org/officeDocument/2006/relationships/image" Target="../media/image69.png"/><Relationship Id="rId5" Type="http://schemas.openxmlformats.org/officeDocument/2006/relationships/customXml" Target="../ink/ink71.xml"/><Relationship Id="rId15" Type="http://schemas.openxmlformats.org/officeDocument/2006/relationships/customXml" Target="../ink/ink76.xml"/><Relationship Id="rId23" Type="http://schemas.openxmlformats.org/officeDocument/2006/relationships/customXml" Target="../ink/ink80.xml"/><Relationship Id="rId28" Type="http://schemas.openxmlformats.org/officeDocument/2006/relationships/image" Target="../media/image71.png"/><Relationship Id="rId10" Type="http://schemas.openxmlformats.org/officeDocument/2006/relationships/image" Target="../media/image62.png"/><Relationship Id="rId19" Type="http://schemas.openxmlformats.org/officeDocument/2006/relationships/customXml" Target="../ink/ink78.xml"/><Relationship Id="rId4" Type="http://schemas.openxmlformats.org/officeDocument/2006/relationships/image" Target="../media/image59.png"/><Relationship Id="rId9" Type="http://schemas.openxmlformats.org/officeDocument/2006/relationships/customXml" Target="../ink/ink73.xml"/><Relationship Id="rId14" Type="http://schemas.openxmlformats.org/officeDocument/2006/relationships/image" Target="../media/image64.png"/><Relationship Id="rId22" Type="http://schemas.openxmlformats.org/officeDocument/2006/relationships/image" Target="../media/image68.png"/><Relationship Id="rId27" Type="http://schemas.openxmlformats.org/officeDocument/2006/relationships/customXml" Target="../ink/ink82.xml"/><Relationship Id="rId30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F0D0B7-DA4C-47DF-86A2-B928D0249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40632" cy="28394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A3B6B6-AD11-4672-5D90-2373DABB4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56" y="2986435"/>
            <a:ext cx="4152024" cy="34535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1FC74E-4A1B-9FA9-415D-3344B0BC1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639" y="2839453"/>
            <a:ext cx="6327505" cy="38563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81E187-35EB-1C92-77FA-BEC6ADF20E25}"/>
              </a:ext>
            </a:extLst>
          </p:cNvPr>
          <p:cNvSpPr txBox="1"/>
          <p:nvPr/>
        </p:nvSpPr>
        <p:spPr>
          <a:xfrm flipH="1">
            <a:off x="5853951" y="423975"/>
            <a:ext cx="1994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Circadian effect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5A956D-E1F4-E8DD-A287-C3B6D620F374}"/>
              </a:ext>
            </a:extLst>
          </p:cNvPr>
          <p:cNvSpPr txBox="1"/>
          <p:nvPr/>
        </p:nvSpPr>
        <p:spPr>
          <a:xfrm flipH="1">
            <a:off x="9555318" y="492629"/>
            <a:ext cx="1994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Color rendering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4A2B34-25C4-2C5D-98E1-7819F34C6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5464" y="1290389"/>
            <a:ext cx="975007" cy="105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1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3203B9-F32D-40C4-F86E-E6E0E64F8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86"/>
            <a:ext cx="12192000" cy="68425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6CA699-F745-4ECA-85B9-DF657F4E3D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767" y="6633306"/>
            <a:ext cx="1644233" cy="22469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9BBFA16-131D-AC11-5CAA-B9955A1D7BCA}"/>
              </a:ext>
            </a:extLst>
          </p:cNvPr>
          <p:cNvSpPr/>
          <p:nvPr/>
        </p:nvSpPr>
        <p:spPr>
          <a:xfrm>
            <a:off x="5218938" y="214455"/>
            <a:ext cx="1629918" cy="274907"/>
          </a:xfrm>
          <a:prstGeom prst="rect">
            <a:avLst/>
          </a:prstGeom>
          <a:solidFill>
            <a:srgbClr val="9893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C548C3-1D22-FAD3-F4E9-ADFB034C1F6D}"/>
              </a:ext>
            </a:extLst>
          </p:cNvPr>
          <p:cNvSpPr/>
          <p:nvPr/>
        </p:nvSpPr>
        <p:spPr>
          <a:xfrm>
            <a:off x="0" y="53008"/>
            <a:ext cx="12192000" cy="5862058"/>
          </a:xfrm>
          <a:prstGeom prst="rect">
            <a:avLst/>
          </a:prstGeom>
          <a:solidFill>
            <a:srgbClr val="7E7B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A460F3-064F-4D57-17C8-FDAE47C9FC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174" y="1571654"/>
            <a:ext cx="3766689" cy="413314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44A701D-38B2-94B6-93F8-59125E12435F}"/>
              </a:ext>
            </a:extLst>
          </p:cNvPr>
          <p:cNvSpPr txBox="1"/>
          <p:nvPr/>
        </p:nvSpPr>
        <p:spPr>
          <a:xfrm>
            <a:off x="117727" y="1477244"/>
            <a:ext cx="2788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Color Rendering Metrics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5C607E-572F-EBB8-5E54-49BB5F158C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50" t="37616" r="67369" b="17215"/>
          <a:stretch>
            <a:fillRect/>
          </a:stretch>
        </p:blipFill>
        <p:spPr>
          <a:xfrm>
            <a:off x="3951642" y="779625"/>
            <a:ext cx="5008954" cy="492517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ADF8980-D7D9-EB7E-A318-945AAE36A817}"/>
              </a:ext>
            </a:extLst>
          </p:cNvPr>
          <p:cNvSpPr/>
          <p:nvPr/>
        </p:nvSpPr>
        <p:spPr>
          <a:xfrm>
            <a:off x="2906155" y="4941068"/>
            <a:ext cx="955548" cy="438912"/>
          </a:xfrm>
          <a:prstGeom prst="rect">
            <a:avLst/>
          </a:prstGeom>
          <a:solidFill>
            <a:srgbClr val="C470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982D23-1592-4197-A927-A836B4F1C2D4}"/>
              </a:ext>
            </a:extLst>
          </p:cNvPr>
          <p:cNvSpPr txBox="1"/>
          <p:nvPr/>
        </p:nvSpPr>
        <p:spPr>
          <a:xfrm>
            <a:off x="9157405" y="1505553"/>
            <a:ext cx="3410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Spectral &amp; Circadian Metrics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83B774-9782-6DCB-5A8E-22F1805F4FF6}"/>
              </a:ext>
            </a:extLst>
          </p:cNvPr>
          <p:cNvSpPr txBox="1"/>
          <p:nvPr/>
        </p:nvSpPr>
        <p:spPr>
          <a:xfrm>
            <a:off x="3389608" y="4771642"/>
            <a:ext cx="522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Ra</a:t>
            </a:r>
            <a:br>
              <a:rPr lang="en-US" dirty="0"/>
            </a:br>
            <a:r>
              <a:rPr lang="en-US" dirty="0"/>
              <a:t>96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9D03A47-EA5A-AA80-C753-CF6FF582BCC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7221" b="16752"/>
          <a:stretch>
            <a:fillRect/>
          </a:stretch>
        </p:blipFill>
        <p:spPr>
          <a:xfrm rot="10800000">
            <a:off x="195944" y="74184"/>
            <a:ext cx="11675905" cy="658914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C3F6246-416C-B480-4621-9AF64F51F40E}"/>
              </a:ext>
            </a:extLst>
          </p:cNvPr>
          <p:cNvCxnSpPr/>
          <p:nvPr/>
        </p:nvCxnSpPr>
        <p:spPr>
          <a:xfrm flipH="1">
            <a:off x="4699000" y="2654300"/>
            <a:ext cx="2149856" cy="146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CB083DB-EC17-EBB2-120C-21FBE6ABC65A}"/>
              </a:ext>
            </a:extLst>
          </p:cNvPr>
          <p:cNvSpPr txBox="1"/>
          <p:nvPr/>
        </p:nvSpPr>
        <p:spPr>
          <a:xfrm>
            <a:off x="3851754" y="3868853"/>
            <a:ext cx="883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470nm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1B0640-E26D-0FDC-9FE0-7614D5110266}"/>
              </a:ext>
            </a:extLst>
          </p:cNvPr>
          <p:cNvCxnSpPr>
            <a:cxnSpLocks/>
          </p:cNvCxnSpPr>
          <p:nvPr/>
        </p:nvCxnSpPr>
        <p:spPr>
          <a:xfrm flipV="1">
            <a:off x="4662609" y="2998319"/>
            <a:ext cx="0" cy="1113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591D01D-6CE0-D042-6E30-C606B3F1C96B}"/>
              </a:ext>
            </a:extLst>
          </p:cNvPr>
          <p:cNvCxnSpPr/>
          <p:nvPr/>
        </p:nvCxnSpPr>
        <p:spPr>
          <a:xfrm flipH="1">
            <a:off x="4662609" y="1537819"/>
            <a:ext cx="2149856" cy="146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9DEAF20-92E5-F26B-E986-63EBDB709FA9}"/>
              </a:ext>
            </a:extLst>
          </p:cNvPr>
          <p:cNvCxnSpPr>
            <a:cxnSpLocks/>
          </p:cNvCxnSpPr>
          <p:nvPr/>
        </p:nvCxnSpPr>
        <p:spPr>
          <a:xfrm flipV="1">
            <a:off x="6812465" y="1571654"/>
            <a:ext cx="0" cy="1113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54071A9-18CE-02F9-8BC6-3D7A99BF917C}"/>
              </a:ext>
            </a:extLst>
          </p:cNvPr>
          <p:cNvCxnSpPr/>
          <p:nvPr/>
        </p:nvCxnSpPr>
        <p:spPr>
          <a:xfrm flipH="1">
            <a:off x="4851400" y="2806700"/>
            <a:ext cx="2149856" cy="146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4E1CE33-FF30-5AA5-E6E5-CB029D406B6F}"/>
              </a:ext>
            </a:extLst>
          </p:cNvPr>
          <p:cNvCxnSpPr>
            <a:cxnSpLocks/>
          </p:cNvCxnSpPr>
          <p:nvPr/>
        </p:nvCxnSpPr>
        <p:spPr>
          <a:xfrm flipV="1">
            <a:off x="4815009" y="3150719"/>
            <a:ext cx="0" cy="1113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B1C36C2-EE20-D66A-2525-BCE0D4FA0240}"/>
              </a:ext>
            </a:extLst>
          </p:cNvPr>
          <p:cNvCxnSpPr/>
          <p:nvPr/>
        </p:nvCxnSpPr>
        <p:spPr>
          <a:xfrm flipH="1">
            <a:off x="4815009" y="1690219"/>
            <a:ext cx="2149856" cy="146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7AB6377-0ED7-BC5D-48CC-8579DFD86BCD}"/>
              </a:ext>
            </a:extLst>
          </p:cNvPr>
          <p:cNvCxnSpPr>
            <a:cxnSpLocks/>
          </p:cNvCxnSpPr>
          <p:nvPr/>
        </p:nvCxnSpPr>
        <p:spPr>
          <a:xfrm flipV="1">
            <a:off x="6964865" y="1724054"/>
            <a:ext cx="0" cy="1113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5DF2908-1F4E-9EA1-F613-FA879641AFB0}"/>
              </a:ext>
            </a:extLst>
          </p:cNvPr>
          <p:cNvCxnSpPr/>
          <p:nvPr/>
        </p:nvCxnSpPr>
        <p:spPr>
          <a:xfrm flipH="1">
            <a:off x="4557236" y="2489559"/>
            <a:ext cx="2149856" cy="146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96F6CCA-D013-1095-537D-E44A62C95F1A}"/>
              </a:ext>
            </a:extLst>
          </p:cNvPr>
          <p:cNvCxnSpPr>
            <a:cxnSpLocks/>
          </p:cNvCxnSpPr>
          <p:nvPr/>
        </p:nvCxnSpPr>
        <p:spPr>
          <a:xfrm flipV="1">
            <a:off x="4520845" y="2833578"/>
            <a:ext cx="0" cy="1113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040D4E6-B03A-2369-5F24-72B60175E0CC}"/>
              </a:ext>
            </a:extLst>
          </p:cNvPr>
          <p:cNvCxnSpPr/>
          <p:nvPr/>
        </p:nvCxnSpPr>
        <p:spPr>
          <a:xfrm flipH="1">
            <a:off x="4520845" y="1373078"/>
            <a:ext cx="2149856" cy="146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D6E6FE4-2143-BED8-8C9A-5C1FC2DBAE9B}"/>
              </a:ext>
            </a:extLst>
          </p:cNvPr>
          <p:cNvCxnSpPr>
            <a:cxnSpLocks/>
          </p:cNvCxnSpPr>
          <p:nvPr/>
        </p:nvCxnSpPr>
        <p:spPr>
          <a:xfrm flipV="1">
            <a:off x="6670701" y="1406913"/>
            <a:ext cx="0" cy="1113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49B8949-AE92-A084-F2C0-578E11D3B61D}"/>
              </a:ext>
            </a:extLst>
          </p:cNvPr>
          <p:cNvSpPr txBox="1"/>
          <p:nvPr/>
        </p:nvSpPr>
        <p:spPr>
          <a:xfrm>
            <a:off x="4230690" y="4236234"/>
            <a:ext cx="883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490nm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C15BD69-5E89-BA23-1B55-EB20B89E55E5}"/>
              </a:ext>
            </a:extLst>
          </p:cNvPr>
          <p:cNvCxnSpPr/>
          <p:nvPr/>
        </p:nvCxnSpPr>
        <p:spPr>
          <a:xfrm flipH="1">
            <a:off x="5333808" y="3160336"/>
            <a:ext cx="2149856" cy="146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5E38C0F-550C-21B8-F164-C15694667572}"/>
              </a:ext>
            </a:extLst>
          </p:cNvPr>
          <p:cNvCxnSpPr>
            <a:cxnSpLocks/>
          </p:cNvCxnSpPr>
          <p:nvPr/>
        </p:nvCxnSpPr>
        <p:spPr>
          <a:xfrm flipV="1">
            <a:off x="5297417" y="3504355"/>
            <a:ext cx="0" cy="1113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BDA963F-3968-DAC1-DB50-62617B07A53B}"/>
              </a:ext>
            </a:extLst>
          </p:cNvPr>
          <p:cNvCxnSpPr/>
          <p:nvPr/>
        </p:nvCxnSpPr>
        <p:spPr>
          <a:xfrm flipH="1">
            <a:off x="5297417" y="2043855"/>
            <a:ext cx="2149856" cy="146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F2E5326-755B-A3A8-23A0-163E91C2E2DF}"/>
              </a:ext>
            </a:extLst>
          </p:cNvPr>
          <p:cNvCxnSpPr>
            <a:cxnSpLocks/>
          </p:cNvCxnSpPr>
          <p:nvPr/>
        </p:nvCxnSpPr>
        <p:spPr>
          <a:xfrm flipV="1">
            <a:off x="7447273" y="2077690"/>
            <a:ext cx="0" cy="1113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1AE0A39-D09B-C45B-B1B8-DBC79837627E}"/>
              </a:ext>
            </a:extLst>
          </p:cNvPr>
          <p:cNvSpPr txBox="1"/>
          <p:nvPr/>
        </p:nvSpPr>
        <p:spPr>
          <a:xfrm>
            <a:off x="4891989" y="4707075"/>
            <a:ext cx="883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550nm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1825DF20-4BDD-8EDC-6A94-456BD90A7F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522" t="40553" r="55119" b="15619"/>
          <a:stretch>
            <a:fillRect/>
          </a:stretch>
        </p:blipFill>
        <p:spPr>
          <a:xfrm rot="5400000">
            <a:off x="4030352" y="296372"/>
            <a:ext cx="569131" cy="1674761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B20B867F-2AEA-0D2E-63E2-89931F1C93E1}"/>
              </a:ext>
            </a:extLst>
          </p:cNvPr>
          <p:cNvSpPr/>
          <p:nvPr/>
        </p:nvSpPr>
        <p:spPr>
          <a:xfrm>
            <a:off x="88900" y="1846576"/>
            <a:ext cx="3862742" cy="38582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C2AD44-E22E-1E02-8F75-28B0E401BD2D}"/>
              </a:ext>
            </a:extLst>
          </p:cNvPr>
          <p:cNvSpPr/>
          <p:nvPr/>
        </p:nvSpPr>
        <p:spPr>
          <a:xfrm>
            <a:off x="3958850" y="1866174"/>
            <a:ext cx="8144249" cy="3838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7DCF1C18-BF5E-A4B1-953E-6BFE9381ED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935" t="42491" r="37748" b="15619"/>
          <a:stretch>
            <a:fillRect/>
          </a:stretch>
        </p:blipFill>
        <p:spPr>
          <a:xfrm>
            <a:off x="9711433" y="2599433"/>
            <a:ext cx="770100" cy="286629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3AD75AAF-F6AF-86A5-EA30-3C1796F8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935" t="42491" r="37748" b="15619"/>
          <a:stretch>
            <a:fillRect/>
          </a:stretch>
        </p:blipFill>
        <p:spPr>
          <a:xfrm>
            <a:off x="11076862" y="2586895"/>
            <a:ext cx="770100" cy="28662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4B7CDC-D3FA-DD91-9BEC-FF93ED67BBA2}"/>
              </a:ext>
            </a:extLst>
          </p:cNvPr>
          <p:cNvSpPr txBox="1"/>
          <p:nvPr/>
        </p:nvSpPr>
        <p:spPr>
          <a:xfrm>
            <a:off x="3516590" y="378005"/>
            <a:ext cx="4377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Light Quality Dashboard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F5FD6D3-748D-816A-CA0A-BDEAE8E3DE14}"/>
              </a:ext>
            </a:extLst>
          </p:cNvPr>
          <p:cNvSpPr txBox="1"/>
          <p:nvPr/>
        </p:nvSpPr>
        <p:spPr>
          <a:xfrm>
            <a:off x="9597896" y="2279118"/>
            <a:ext cx="883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 DER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474FFCC-DECE-C24E-7264-3C5FC8B5A468}"/>
              </a:ext>
            </a:extLst>
          </p:cNvPr>
          <p:cNvSpPr txBox="1"/>
          <p:nvPr/>
        </p:nvSpPr>
        <p:spPr>
          <a:xfrm>
            <a:off x="10871069" y="2238032"/>
            <a:ext cx="883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 EDI, lx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9" name="Picture 68" descr="A logo with white text&#10;&#10;AI-generated content may be incorrect.">
            <a:extLst>
              <a:ext uri="{FF2B5EF4-FFF2-40B4-BE49-F238E27FC236}">
                <a16:creationId xmlns:a16="http://schemas.microsoft.com/office/drawing/2014/main" id="{6F3EAF5C-77A5-6525-4CAC-FBD8DD079F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0374" y="2175412"/>
            <a:ext cx="459083" cy="459083"/>
          </a:xfrm>
          <a:prstGeom prst="rect">
            <a:avLst/>
          </a:prstGeom>
        </p:spPr>
      </p:pic>
      <p:pic>
        <p:nvPicPr>
          <p:cNvPr id="70" name="Picture 69" descr="A logo with white text&#10;&#10;AI-generated content may be incorrect.">
            <a:extLst>
              <a:ext uri="{FF2B5EF4-FFF2-40B4-BE49-F238E27FC236}">
                <a16:creationId xmlns:a16="http://schemas.microsoft.com/office/drawing/2014/main" id="{666644E1-89DC-1741-B7BB-4356C05DD0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008" y="2165863"/>
            <a:ext cx="459083" cy="459083"/>
          </a:xfrm>
          <a:prstGeom prst="rect">
            <a:avLst/>
          </a:prstGeom>
        </p:spPr>
      </p:pic>
      <p:pic>
        <p:nvPicPr>
          <p:cNvPr id="71" name="Picture 70" descr="A logo with white text&#10;&#10;AI-generated content may be incorrect.">
            <a:extLst>
              <a:ext uri="{FF2B5EF4-FFF2-40B4-BE49-F238E27FC236}">
                <a16:creationId xmlns:a16="http://schemas.microsoft.com/office/drawing/2014/main" id="{F3BB692E-90BF-C655-3FF0-0CBAAB625A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809" y="4111931"/>
            <a:ext cx="459083" cy="459083"/>
          </a:xfrm>
          <a:prstGeom prst="rect">
            <a:avLst/>
          </a:prstGeom>
        </p:spPr>
      </p:pic>
      <p:pic>
        <p:nvPicPr>
          <p:cNvPr id="72" name="Picture 71" descr="A logo with white text&#10;&#10;AI-generated content may be incorrect.">
            <a:extLst>
              <a:ext uri="{FF2B5EF4-FFF2-40B4-BE49-F238E27FC236}">
                <a16:creationId xmlns:a16="http://schemas.microsoft.com/office/drawing/2014/main" id="{89F0AAF3-3225-EA2A-B4A9-863256D04A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855" y="4975576"/>
            <a:ext cx="459083" cy="459083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AACBB41F-C7C5-E8A1-9E55-3B3ECA50EA84}"/>
              </a:ext>
            </a:extLst>
          </p:cNvPr>
          <p:cNvSpPr txBox="1"/>
          <p:nvPr/>
        </p:nvSpPr>
        <p:spPr>
          <a:xfrm>
            <a:off x="10895968" y="4891741"/>
            <a:ext cx="348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27D88300-FA06-3C03-4CF4-F2E986AD3B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305" t="40502" r="55119" b="15619"/>
          <a:stretch>
            <a:fillRect/>
          </a:stretch>
        </p:blipFill>
        <p:spPr>
          <a:xfrm rot="5400000">
            <a:off x="6201799" y="249598"/>
            <a:ext cx="586016" cy="1904931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55AA3D9B-070F-E4B8-29FC-08B2A06E0BCF}"/>
              </a:ext>
            </a:extLst>
          </p:cNvPr>
          <p:cNvSpPr txBox="1"/>
          <p:nvPr/>
        </p:nvSpPr>
        <p:spPr>
          <a:xfrm>
            <a:off x="2337264" y="924071"/>
            <a:ext cx="1572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Intensity, %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64621BD-CC45-5F54-39B5-9138FED406B1}"/>
              </a:ext>
            </a:extLst>
          </p:cNvPr>
          <p:cNvSpPr txBox="1"/>
          <p:nvPr/>
        </p:nvSpPr>
        <p:spPr>
          <a:xfrm>
            <a:off x="7531533" y="963897"/>
            <a:ext cx="2180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Lumen output, </a:t>
            </a:r>
            <a:r>
              <a:rPr lang="en-US" dirty="0" err="1"/>
              <a:t>lm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E9FCCCC-2598-8443-AD2B-77E382835870}"/>
              </a:ext>
            </a:extLst>
          </p:cNvPr>
          <p:cNvCxnSpPr/>
          <p:nvPr/>
        </p:nvCxnSpPr>
        <p:spPr>
          <a:xfrm>
            <a:off x="11232370" y="5076407"/>
            <a:ext cx="614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76433D94-3A04-F56E-149B-F0E10F5EF502}"/>
              </a:ext>
            </a:extLst>
          </p:cNvPr>
          <p:cNvSpPr txBox="1"/>
          <p:nvPr/>
        </p:nvSpPr>
        <p:spPr>
          <a:xfrm>
            <a:off x="10820725" y="4623386"/>
            <a:ext cx="456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8875D69-F17E-C9E3-BFC8-1AACB10C71A9}"/>
              </a:ext>
            </a:extLst>
          </p:cNvPr>
          <p:cNvCxnSpPr/>
          <p:nvPr/>
        </p:nvCxnSpPr>
        <p:spPr>
          <a:xfrm>
            <a:off x="11221032" y="4808052"/>
            <a:ext cx="614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C5CE8CA-1947-DB4A-A2F6-BE3046694DE7}"/>
              </a:ext>
            </a:extLst>
          </p:cNvPr>
          <p:cNvSpPr txBox="1"/>
          <p:nvPr/>
        </p:nvSpPr>
        <p:spPr>
          <a:xfrm>
            <a:off x="10650431" y="3598637"/>
            <a:ext cx="626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250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977CA83-6058-D0C6-E936-E18638AFC4A4}"/>
              </a:ext>
            </a:extLst>
          </p:cNvPr>
          <p:cNvCxnSpPr/>
          <p:nvPr/>
        </p:nvCxnSpPr>
        <p:spPr>
          <a:xfrm>
            <a:off x="11185022" y="3767011"/>
            <a:ext cx="614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FE081DB-42E9-9789-573D-47FFAEA2D3A9}"/>
              </a:ext>
            </a:extLst>
          </p:cNvPr>
          <p:cNvCxnSpPr/>
          <p:nvPr/>
        </p:nvCxnSpPr>
        <p:spPr>
          <a:xfrm flipV="1">
            <a:off x="11799614" y="2599433"/>
            <a:ext cx="0" cy="11675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B7ED697-8635-8211-8854-126022C01E4D}"/>
              </a:ext>
            </a:extLst>
          </p:cNvPr>
          <p:cNvCxnSpPr/>
          <p:nvPr/>
        </p:nvCxnSpPr>
        <p:spPr>
          <a:xfrm>
            <a:off x="11799614" y="4848735"/>
            <a:ext cx="0" cy="18466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5D052ABF-87D7-7D66-679E-928E6AF00949}"/>
              </a:ext>
            </a:extLst>
          </p:cNvPr>
          <p:cNvSpPr txBox="1"/>
          <p:nvPr/>
        </p:nvSpPr>
        <p:spPr>
          <a:xfrm>
            <a:off x="9360383" y="4585034"/>
            <a:ext cx="73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0.3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BB0FCF0-A1F1-84A9-21D5-D3500F598E12}"/>
              </a:ext>
            </a:extLst>
          </p:cNvPr>
          <p:cNvCxnSpPr/>
          <p:nvPr/>
        </p:nvCxnSpPr>
        <p:spPr>
          <a:xfrm>
            <a:off x="9838231" y="4771642"/>
            <a:ext cx="614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E661002-56DF-B9D2-4054-06C9D074E17F}"/>
              </a:ext>
            </a:extLst>
          </p:cNvPr>
          <p:cNvCxnSpPr>
            <a:cxnSpLocks/>
          </p:cNvCxnSpPr>
          <p:nvPr/>
        </p:nvCxnSpPr>
        <p:spPr>
          <a:xfrm>
            <a:off x="10449792" y="4783861"/>
            <a:ext cx="0" cy="4212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A58860A3-7A0D-C250-9940-F42CEF42FBAD}"/>
              </a:ext>
            </a:extLst>
          </p:cNvPr>
          <p:cNvSpPr txBox="1"/>
          <p:nvPr/>
        </p:nvSpPr>
        <p:spPr>
          <a:xfrm>
            <a:off x="9380816" y="3342282"/>
            <a:ext cx="73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0.7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AE7AAC1-2F9B-8577-1B1C-00DCB106F8B2}"/>
              </a:ext>
            </a:extLst>
          </p:cNvPr>
          <p:cNvCxnSpPr/>
          <p:nvPr/>
        </p:nvCxnSpPr>
        <p:spPr>
          <a:xfrm>
            <a:off x="9858664" y="3528890"/>
            <a:ext cx="614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42D4C389-43C6-1D5B-FCF8-A71C3B92AB38}"/>
              </a:ext>
            </a:extLst>
          </p:cNvPr>
          <p:cNvCxnSpPr>
            <a:cxnSpLocks/>
          </p:cNvCxnSpPr>
          <p:nvPr/>
        </p:nvCxnSpPr>
        <p:spPr>
          <a:xfrm flipV="1">
            <a:off x="10470225" y="2634496"/>
            <a:ext cx="0" cy="906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8B76F99-D6D3-2459-6FE7-1D061B6046A3}"/>
              </a:ext>
            </a:extLst>
          </p:cNvPr>
          <p:cNvCxnSpPr/>
          <p:nvPr/>
        </p:nvCxnSpPr>
        <p:spPr>
          <a:xfrm>
            <a:off x="9789187" y="5103949"/>
            <a:ext cx="614592" cy="0"/>
          </a:xfrm>
          <a:prstGeom prst="line">
            <a:avLst/>
          </a:prstGeom>
          <a:ln>
            <a:solidFill>
              <a:srgbClr val="D06C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1" name="Picture 100">
            <a:extLst>
              <a:ext uri="{FF2B5EF4-FFF2-40B4-BE49-F238E27FC236}">
                <a16:creationId xmlns:a16="http://schemas.microsoft.com/office/drawing/2014/main" id="{980621E9-D957-D3D1-F275-5AA7B4EBA3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935" t="42491" r="37748" b="15619"/>
          <a:stretch>
            <a:fillRect/>
          </a:stretch>
        </p:blipFill>
        <p:spPr>
          <a:xfrm>
            <a:off x="8517451" y="2551678"/>
            <a:ext cx="770100" cy="286629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165C409C-6378-E3D6-0402-BD42904CF9FE}"/>
              </a:ext>
            </a:extLst>
          </p:cNvPr>
          <p:cNvSpPr txBox="1"/>
          <p:nvPr/>
        </p:nvSpPr>
        <p:spPr>
          <a:xfrm>
            <a:off x="8633005" y="2165863"/>
            <a:ext cx="883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CS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09F50C0-81A0-A54A-E693-731CA179DD30}"/>
              </a:ext>
            </a:extLst>
          </p:cNvPr>
          <p:cNvSpPr txBox="1"/>
          <p:nvPr/>
        </p:nvSpPr>
        <p:spPr>
          <a:xfrm>
            <a:off x="8101456" y="4771642"/>
            <a:ext cx="736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0.1</a:t>
            </a:r>
            <a:br>
              <a:rPr lang="en-US" dirty="0"/>
            </a:br>
            <a:r>
              <a:rPr lang="en-US" dirty="0"/>
              <a:t>Low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E5AB67A-536F-2F96-DCB1-B0CB08DF42D9}"/>
              </a:ext>
            </a:extLst>
          </p:cNvPr>
          <p:cNvSpPr txBox="1"/>
          <p:nvPr/>
        </p:nvSpPr>
        <p:spPr>
          <a:xfrm>
            <a:off x="7790721" y="4053519"/>
            <a:ext cx="1110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0.3</a:t>
            </a:r>
            <a:br>
              <a:rPr lang="en-US" dirty="0"/>
            </a:br>
            <a:r>
              <a:rPr lang="en-US" dirty="0"/>
              <a:t>Medium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32F383C-F6F2-96E8-76C1-A220E5809AF0}"/>
              </a:ext>
            </a:extLst>
          </p:cNvPr>
          <p:cNvSpPr txBox="1"/>
          <p:nvPr/>
        </p:nvSpPr>
        <p:spPr>
          <a:xfrm>
            <a:off x="7923981" y="2471526"/>
            <a:ext cx="9628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0.7</a:t>
            </a:r>
            <a:br>
              <a:rPr lang="en-US" dirty="0"/>
            </a:br>
            <a:r>
              <a:rPr lang="en-US" altLang="zh-CN" sz="1200" dirty="0">
                <a:latin typeface="Montserrat" panose="00000500000000000000" pitchFamily="2" charset="0"/>
              </a:rPr>
              <a:t>Sufficient</a:t>
            </a:r>
            <a:endParaRPr lang="zh-CN" altLang="en-US" sz="1200" dirty="0">
              <a:latin typeface="Montserrat" panose="00000500000000000000" pitchFamily="2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D1B38-91FB-C4ED-B0BF-91486BA65B75}"/>
              </a:ext>
            </a:extLst>
          </p:cNvPr>
          <p:cNvSpPr/>
          <p:nvPr/>
        </p:nvSpPr>
        <p:spPr>
          <a:xfrm>
            <a:off x="8828991" y="5139114"/>
            <a:ext cx="1531900" cy="421704"/>
          </a:xfrm>
          <a:prstGeom prst="rect">
            <a:avLst/>
          </a:prstGeom>
          <a:solidFill>
            <a:srgbClr val="8886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rgbClr val="FF5A00"/>
                </a:solidFill>
                <a:latin typeface="Montserrat" panose="00000500000000000000" pitchFamily="2" charset="0"/>
              </a:rPr>
              <a:t>FlameWarm</a:t>
            </a:r>
            <a:r>
              <a:rPr lang="zh-CN" altLang="en-US" sz="1200" b="1" dirty="0">
                <a:solidFill>
                  <a:srgbClr val="FF5A00"/>
                </a:solidFill>
                <a:latin typeface="Montserrat" panose="00000500000000000000" pitchFamily="2" charset="0"/>
              </a:rPr>
              <a:t>™</a:t>
            </a:r>
            <a:endParaRPr lang="en-US" sz="1200" dirty="0"/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EAA898F-03FA-FC06-A0AE-64A1E4AAB5C1}"/>
              </a:ext>
            </a:extLst>
          </p:cNvPr>
          <p:cNvCxnSpPr>
            <a:cxnSpLocks/>
          </p:cNvCxnSpPr>
          <p:nvPr/>
        </p:nvCxnSpPr>
        <p:spPr>
          <a:xfrm flipH="1">
            <a:off x="8506144" y="3087802"/>
            <a:ext cx="568679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02A7C0FD-0916-1A40-D0CF-2A8E034B2766}"/>
              </a:ext>
            </a:extLst>
          </p:cNvPr>
          <p:cNvSpPr txBox="1"/>
          <p:nvPr/>
        </p:nvSpPr>
        <p:spPr>
          <a:xfrm>
            <a:off x="7650904" y="3023860"/>
            <a:ext cx="12088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FFFF00"/>
                </a:solidFill>
              </a:rPr>
              <a:t>0.556 5000K Sun Light (1000lx)</a:t>
            </a:r>
            <a:endParaRPr lang="en-US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15B76B5-8AD1-ECBB-5CCA-91282924888D}"/>
              </a:ext>
            </a:extLst>
          </p:cNvPr>
          <p:cNvSpPr txBox="1"/>
          <p:nvPr/>
        </p:nvSpPr>
        <p:spPr>
          <a:xfrm>
            <a:off x="9244483" y="4924797"/>
            <a:ext cx="73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06C33"/>
                </a:solidFill>
              </a:rPr>
              <a:t>0.09</a:t>
            </a:r>
            <a:endParaRPr lang="en-US" b="1" dirty="0">
              <a:solidFill>
                <a:srgbClr val="D06C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4A63C83-93F9-346E-DEF2-2D2E65B25A3B}"/>
              </a:ext>
            </a:extLst>
          </p:cNvPr>
          <p:cNvSpPr/>
          <p:nvPr/>
        </p:nvSpPr>
        <p:spPr>
          <a:xfrm>
            <a:off x="6934893" y="5291871"/>
            <a:ext cx="1820852" cy="421704"/>
          </a:xfrm>
          <a:prstGeom prst="rect">
            <a:avLst/>
          </a:prstGeom>
          <a:solidFill>
            <a:srgbClr val="8886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rgbClr val="FF5A00"/>
                </a:solidFill>
                <a:latin typeface="Montserrat" panose="00000500000000000000" pitchFamily="2" charset="0"/>
              </a:rPr>
              <a:t>FlameWarm</a:t>
            </a:r>
            <a:r>
              <a:rPr lang="zh-CN" altLang="en-US" sz="1200" b="1" dirty="0">
                <a:solidFill>
                  <a:srgbClr val="FF5A00"/>
                </a:solidFill>
                <a:latin typeface="Montserrat" panose="00000500000000000000" pitchFamily="2" charset="0"/>
              </a:rPr>
              <a:t>™</a:t>
            </a:r>
            <a:r>
              <a:rPr lang="en-US" altLang="zh-CN" sz="1200" b="1" dirty="0">
                <a:solidFill>
                  <a:srgbClr val="FF5A00"/>
                </a:solidFill>
                <a:latin typeface="Montserrat" panose="00000500000000000000" pitchFamily="2" charset="0"/>
              </a:rPr>
              <a:t>(50lx)</a:t>
            </a:r>
            <a:endParaRPr lang="en-US" sz="12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EDD3B9E-93A6-B609-C60D-C38B8DD702E2}"/>
              </a:ext>
            </a:extLst>
          </p:cNvPr>
          <p:cNvSpPr txBox="1"/>
          <p:nvPr/>
        </p:nvSpPr>
        <p:spPr>
          <a:xfrm>
            <a:off x="7669462" y="4962200"/>
            <a:ext cx="903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06C33"/>
                </a:solidFill>
              </a:rPr>
              <a:t>0.008</a:t>
            </a:r>
            <a:endParaRPr lang="en-US" b="1" dirty="0">
              <a:solidFill>
                <a:srgbClr val="D06C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763814D-D4CE-4C6B-C882-150019DDFCA3}"/>
              </a:ext>
            </a:extLst>
          </p:cNvPr>
          <p:cNvSpPr txBox="1"/>
          <p:nvPr/>
        </p:nvSpPr>
        <p:spPr>
          <a:xfrm>
            <a:off x="9666241" y="974812"/>
            <a:ext cx="20884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___   Photopic Lux at ~150 mm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179EBBB-C2F7-BF5F-719E-3AE15CE7F77D}"/>
              </a:ext>
            </a:extLst>
          </p:cNvPr>
          <p:cNvSpPr/>
          <p:nvPr/>
        </p:nvSpPr>
        <p:spPr>
          <a:xfrm>
            <a:off x="482600" y="4848735"/>
            <a:ext cx="801989" cy="5859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87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5454EA-0364-AED4-BFC0-9D9C69DCC4D9}"/>
              </a:ext>
            </a:extLst>
          </p:cNvPr>
          <p:cNvSpPr txBox="1"/>
          <p:nvPr/>
        </p:nvSpPr>
        <p:spPr>
          <a:xfrm>
            <a:off x="550926" y="254193"/>
            <a:ext cx="609447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200" b="1" dirty="0"/>
              <a:t>Дедлайн:</a:t>
            </a:r>
            <a:r>
              <a:rPr lang="ru-RU" sz="1200" dirty="0"/>
              <a:t> финальную версию предоставить </a:t>
            </a:r>
            <a:r>
              <a:rPr lang="ru-RU" sz="1200" b="1" dirty="0"/>
              <a:t>до 20:00 (МСК) 2 сентября</a:t>
            </a:r>
            <a:r>
              <a:rPr lang="ru-RU" sz="1200" dirty="0"/>
              <a:t>.</a:t>
            </a:r>
          </a:p>
          <a:p>
            <a:pPr>
              <a:buFont typeface="+mj-lt"/>
              <a:buAutoNum type="arabicPeriod"/>
            </a:pPr>
            <a:r>
              <a:rPr lang="ru-RU" sz="1200" b="1" dirty="0"/>
              <a:t>Intensity / Time / Wavelength</a:t>
            </a:r>
            <a:br>
              <a:rPr lang="ru-RU" sz="1200" dirty="0"/>
            </a:br>
            <a:r>
              <a:rPr lang="ru-RU" sz="1200" dirty="0"/>
              <a:t>– Добавить и оформить по аналогии с SAGA.</a:t>
            </a:r>
          </a:p>
          <a:p>
            <a:pPr>
              <a:buFont typeface="+mj-lt"/>
              <a:buAutoNum type="arabicPeriod"/>
            </a:pPr>
            <a:r>
              <a:rPr lang="ru-RU" sz="1200" b="1" dirty="0"/>
              <a:t>Подписи шкал (NASA)</a:t>
            </a:r>
            <a:br>
              <a:rPr lang="ru-RU" sz="1200" dirty="0"/>
            </a:br>
            <a:r>
              <a:rPr lang="ru-RU" sz="1200" dirty="0"/>
              <a:t>– Ясно указать, что шкалы относятся к требованиям NASA для </a:t>
            </a:r>
            <a:r>
              <a:rPr lang="ru-RU" sz="1200" b="1" dirty="0"/>
              <a:t>“General Ambient Lighting”</a:t>
            </a:r>
            <a:r>
              <a:rPr lang="ru-RU" sz="1200" dirty="0"/>
              <a:t> и </a:t>
            </a:r>
            <a:r>
              <a:rPr lang="ru-RU" sz="1200" b="1" dirty="0"/>
              <a:t>“Crew Pre-Sleep”</a:t>
            </a:r>
            <a:r>
              <a:rPr lang="ru-RU" sz="1200" dirty="0"/>
              <a:t>.</a:t>
            </a:r>
          </a:p>
          <a:p>
            <a:pPr>
              <a:buFont typeface="+mj-lt"/>
              <a:buAutoNum type="arabicPeriod"/>
            </a:pPr>
            <a:r>
              <a:rPr lang="ru-RU" sz="1200" b="1" dirty="0"/>
              <a:t>Зоны интерфейса</a:t>
            </a:r>
            <a:br>
              <a:rPr lang="ru-RU" sz="1200" dirty="0"/>
            </a:br>
            <a:r>
              <a:rPr lang="ru-RU" sz="1200" dirty="0"/>
              <a:t>– У нас </a:t>
            </a:r>
            <a:r>
              <a:rPr lang="ru-RU" sz="1200" b="1" dirty="0"/>
              <a:t>две зоны</a:t>
            </a:r>
            <a:r>
              <a:rPr lang="ru-RU" sz="12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sz="1200" b="1" dirty="0"/>
              <a:t>Color Rendering Metrics</a:t>
            </a:r>
            <a:r>
              <a:rPr lang="ru-RU" sz="1200" dirty="0"/>
              <a:t> — сюда относится график </a:t>
            </a:r>
            <a:r>
              <a:rPr lang="ru-RU" sz="1200" b="1" dirty="0"/>
              <a:t>TM-30</a:t>
            </a:r>
            <a:r>
              <a:rPr lang="ru-RU" sz="12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sz="1200" b="1" dirty="0"/>
              <a:t>Spectral &amp; Circadian Metrics</a:t>
            </a:r>
            <a:r>
              <a:rPr lang="ru-RU" sz="1200" dirty="0"/>
              <a:t> — объёмный график со спектром и значениями </a:t>
            </a:r>
            <a:r>
              <a:rPr lang="ru-RU" sz="1200" b="1" dirty="0"/>
              <a:t>MEDI, CS, MDER</a:t>
            </a:r>
            <a:r>
              <a:rPr lang="ru-RU" sz="1200" dirty="0"/>
              <a:t>.</a:t>
            </a:r>
            <a:br>
              <a:rPr lang="ru-RU" sz="1200" dirty="0"/>
            </a:br>
            <a:r>
              <a:rPr lang="ru-RU" sz="1200" dirty="0"/>
              <a:t>– Сделать это очевидным визуально и текстом (сейчас клиент думает, что зон три; средняя не названа).</a:t>
            </a:r>
          </a:p>
          <a:p>
            <a:pPr>
              <a:buFont typeface="+mj-lt"/>
              <a:buAutoNum type="arabicPeriod"/>
            </a:pPr>
            <a:r>
              <a:rPr lang="ru-RU" sz="1200" b="1" dirty="0">
                <a:highlight>
                  <a:srgbClr val="FFFF00"/>
                </a:highlight>
              </a:rPr>
              <a:t>Название и логотип</a:t>
            </a:r>
            <a:r>
              <a:rPr lang="ru-RU" sz="1200" dirty="0">
                <a:highlight>
                  <a:srgbClr val="FFFF00"/>
                </a:highlight>
              </a:rPr>
              <a:t> </a:t>
            </a:r>
            <a:r>
              <a:rPr lang="ru-RU" sz="1200" i="1" dirty="0">
                <a:highlight>
                  <a:srgbClr val="FFFF00"/>
                </a:highlight>
              </a:rPr>
              <a:t>(WARNING)</a:t>
            </a:r>
            <a:br>
              <a:rPr lang="ru-RU" sz="1200" dirty="0"/>
            </a:br>
            <a:r>
              <a:rPr lang="ru-RU" sz="1200" dirty="0"/>
              <a:t>– Переименовать продукт/экран.</a:t>
            </a:r>
            <a:br>
              <a:rPr lang="ru-RU" sz="1200" dirty="0"/>
            </a:br>
            <a:r>
              <a:rPr lang="ru-RU" sz="1200" dirty="0"/>
              <a:t>– Прикрепить логотип.</a:t>
            </a:r>
            <a:br>
              <a:rPr lang="ru-RU" sz="1200" dirty="0"/>
            </a:br>
            <a:r>
              <a:rPr lang="ru-RU" sz="1200" dirty="0">
                <a:highlight>
                  <a:srgbClr val="FFFF00"/>
                </a:highlight>
              </a:rPr>
              <a:t>– </a:t>
            </a:r>
            <a:r>
              <a:rPr lang="ru-RU" sz="1200" b="1" dirty="0">
                <a:highlight>
                  <a:srgbClr val="FFFF00"/>
                </a:highlight>
              </a:rPr>
              <a:t>Damir:</a:t>
            </a:r>
            <a:r>
              <a:rPr lang="ru-RU" sz="1200" dirty="0">
                <a:highlight>
                  <a:srgbClr val="FFFF00"/>
                </a:highlight>
              </a:rPr>
              <a:t> можно ли раскрывать заказчика</a:t>
            </a:r>
            <a:r>
              <a:rPr lang="en-US" sz="1200" dirty="0">
                <a:highlight>
                  <a:srgbClr val="FFFF00"/>
                </a:highlight>
              </a:rPr>
              <a:t>?</a:t>
            </a:r>
            <a:endParaRPr lang="ru-RU" sz="1200" dirty="0">
              <a:highlight>
                <a:srgbClr val="FFFF00"/>
              </a:highlight>
            </a:endParaRPr>
          </a:p>
          <a:p>
            <a:pPr>
              <a:buFont typeface="+mj-lt"/>
              <a:buAutoNum type="arabicPeriod"/>
            </a:pPr>
            <a:r>
              <a:rPr lang="ru-RU" sz="1200" b="1" dirty="0"/>
              <a:t>Нижняя шкала = CCT ленты</a:t>
            </a:r>
            <a:br>
              <a:rPr lang="ru-RU" sz="1200" dirty="0"/>
            </a:br>
            <a:r>
              <a:rPr lang="ru-RU" sz="1200" dirty="0"/>
              <a:t>– Привязать нижнюю шкалу к </a:t>
            </a:r>
            <a:r>
              <a:rPr lang="ru-RU" sz="1200" b="1" dirty="0"/>
              <a:t>цветовой температуре</a:t>
            </a:r>
            <a:r>
              <a:rPr lang="ru-RU" sz="1200" dirty="0"/>
              <a:t> конкретной ленты.</a:t>
            </a:r>
            <a:br>
              <a:rPr lang="ru-RU" sz="1200" dirty="0"/>
            </a:br>
            <a:r>
              <a:rPr lang="ru-RU" sz="1200" dirty="0"/>
              <a:t>– По остальным шкалам были вопросы к цветам — подумать над улучшениями, предложить варианты.</a:t>
            </a:r>
          </a:p>
          <a:p>
            <a:pPr>
              <a:buFont typeface="+mj-lt"/>
              <a:buAutoNum type="arabicPeriod"/>
            </a:pPr>
            <a:r>
              <a:rPr lang="ru-RU" sz="1200" b="1" dirty="0"/>
              <a:t>Подписи порогов</a:t>
            </a:r>
            <a:br>
              <a:rPr lang="ru-RU" sz="1200" dirty="0"/>
            </a:br>
            <a:r>
              <a:rPr lang="ru-RU" sz="1200" dirty="0"/>
              <a:t>6.1) Метки </a:t>
            </a:r>
            <a:r>
              <a:rPr lang="ru-RU" sz="1200" b="1" dirty="0"/>
              <a:t>“sufficient / medium / low”</a:t>
            </a:r>
            <a:r>
              <a:rPr lang="ru-RU" sz="1200" dirty="0"/>
              <a:t> размещать </a:t>
            </a:r>
            <a:r>
              <a:rPr lang="ru-RU" sz="1200" b="1" dirty="0"/>
              <a:t>между значениями</a:t>
            </a:r>
            <a:r>
              <a:rPr lang="ru-RU" sz="1200" dirty="0"/>
              <a:t> (относятся к интервалам, а не к конкретной цифре).</a:t>
            </a:r>
            <a:br>
              <a:rPr lang="ru-RU" sz="1200" dirty="0"/>
            </a:br>
            <a:r>
              <a:rPr lang="ru-RU" sz="1200" dirty="0"/>
              <a:t>6.2) Добавить пороги/подписи для </a:t>
            </a:r>
            <a:r>
              <a:rPr lang="ru-RU" sz="1200" b="1" dirty="0"/>
              <a:t>FlameWarm</a:t>
            </a:r>
            <a:r>
              <a:rPr lang="ru-RU" sz="1200" dirty="0"/>
              <a:t> (очень важно!) и значение </a:t>
            </a:r>
            <a:r>
              <a:rPr lang="ru-RU" sz="1200" b="1" dirty="0"/>
              <a:t>CS для Sun Light</a:t>
            </a:r>
            <a:r>
              <a:rPr lang="ru-RU" sz="1200" dirty="0"/>
              <a:t>.</a:t>
            </a:r>
          </a:p>
          <a:p>
            <a:pPr>
              <a:buFont typeface="+mj-lt"/>
              <a:buAutoNum type="arabicPeriod"/>
            </a:pPr>
            <a:r>
              <a:rPr lang="ru-RU" sz="1200" b="1" dirty="0"/>
              <a:t>Обновить данные</a:t>
            </a:r>
            <a:br>
              <a:rPr lang="ru-RU" sz="1200" dirty="0"/>
            </a:br>
            <a:r>
              <a:rPr lang="ru-RU" sz="1200" dirty="0"/>
              <a:t>– Использовать свежие наборы из </a:t>
            </a:r>
            <a:r>
              <a:rPr lang="ru-RU" sz="1200" b="1" dirty="0"/>
              <a:t>“Intensity Chart edited by Timur 22V ver”</a:t>
            </a:r>
            <a:r>
              <a:rPr lang="ru-RU" sz="1200" dirty="0"/>
              <a:t>, новые изображения </a:t>
            </a:r>
            <a:r>
              <a:rPr lang="ru-RU" sz="1200" b="1" dirty="0"/>
              <a:t>спектра</a:t>
            </a:r>
            <a:r>
              <a:rPr lang="ru-RU" sz="1200" dirty="0"/>
              <a:t> и </a:t>
            </a:r>
            <a:r>
              <a:rPr lang="ru-RU" sz="1200" b="1" dirty="0"/>
              <a:t>TM-30</a:t>
            </a:r>
            <a:r>
              <a:rPr lang="ru-RU" sz="1200" dirty="0"/>
              <a:t>.</a:t>
            </a:r>
          </a:p>
          <a:p>
            <a:pPr>
              <a:buFont typeface="+mj-lt"/>
              <a:buAutoNum type="arabicPeriod"/>
            </a:pPr>
            <a:r>
              <a:rPr lang="ru-RU" sz="1200" b="1" dirty="0"/>
              <a:t>Единое отображение на разных экранах</a:t>
            </a:r>
            <a:br>
              <a:rPr lang="ru-RU" sz="1200" dirty="0"/>
            </a:br>
            <a:r>
              <a:rPr lang="ru-RU" sz="1200" dirty="0"/>
              <a:t>– Решить вопросы адаптивности/масштабирования (цвет, контраст, макеты).</a:t>
            </a:r>
          </a:p>
          <a:p>
            <a:pPr>
              <a:buFont typeface="+mj-lt"/>
              <a:buAutoNum type="arabicPeriod"/>
            </a:pPr>
            <a:r>
              <a:rPr lang="ru-RU" sz="1200" b="1" dirty="0"/>
              <a:t>Web-версия (по возможности)</a:t>
            </a:r>
            <a:br>
              <a:rPr lang="ru-RU" sz="1200" dirty="0"/>
            </a:br>
            <a:r>
              <a:rPr lang="ru-RU" sz="1200" dirty="0"/>
              <a:t>– Если возможно, подготовить веб-реализацию.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1AB65C-32C4-4C96-878F-65BF72A79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192" y="1724313"/>
            <a:ext cx="4790714" cy="269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1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22D357-9C58-6EEB-3B9F-CEF2EF17363D}"/>
              </a:ext>
            </a:extLst>
          </p:cNvPr>
          <p:cNvSpPr txBox="1"/>
          <p:nvPr/>
        </p:nvSpPr>
        <p:spPr>
          <a:xfrm>
            <a:off x="481263" y="4812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36073C-14AD-E5D6-49FB-D83811346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96" y="1311977"/>
            <a:ext cx="3658111" cy="38105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07B8B0-24E3-C39A-ECC3-5CB0B6BA5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11977"/>
            <a:ext cx="4858428" cy="38105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B70CE6A-8511-9AB8-AF55-22FE7E32DF53}"/>
                  </a:ext>
                </a:extLst>
              </p14:cNvPr>
              <p14:cNvContentPartPr/>
              <p14:nvPr/>
            </p14:nvContentPartPr>
            <p14:xfrm>
              <a:off x="7689505" y="1539076"/>
              <a:ext cx="1031400" cy="405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B70CE6A-8511-9AB8-AF55-22FE7E32DF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83385" y="1532956"/>
                <a:ext cx="104364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7D65AE3-880F-1BE3-13BF-6275545003F1}"/>
                  </a:ext>
                </a:extLst>
              </p14:cNvPr>
              <p14:cNvContentPartPr/>
              <p14:nvPr/>
            </p14:nvContentPartPr>
            <p14:xfrm>
              <a:off x="2598745" y="805396"/>
              <a:ext cx="5005440" cy="831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7D65AE3-880F-1BE3-13BF-6275545003F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92625" y="799276"/>
                <a:ext cx="5017680" cy="84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C935420-74E8-8318-AE43-CFF26A3EF945}"/>
                  </a:ext>
                </a:extLst>
              </p14:cNvPr>
              <p14:cNvContentPartPr/>
              <p14:nvPr/>
            </p14:nvContentPartPr>
            <p14:xfrm>
              <a:off x="6336625" y="4582876"/>
              <a:ext cx="1224360" cy="606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C935420-74E8-8318-AE43-CFF26A3EF94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30505" y="4576756"/>
                <a:ext cx="1236600" cy="61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D84AD126-4D27-06FE-9E97-64589F766410}"/>
              </a:ext>
            </a:extLst>
          </p:cNvPr>
          <p:cNvGrpSpPr/>
          <p:nvPr/>
        </p:nvGrpSpPr>
        <p:grpSpPr>
          <a:xfrm>
            <a:off x="1438465" y="4081756"/>
            <a:ext cx="8373960" cy="1250280"/>
            <a:chOff x="1438465" y="4081756"/>
            <a:chExt cx="8373960" cy="12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BDB4895-83A9-88FB-BAC9-C92CE99BEC4C}"/>
                    </a:ext>
                  </a:extLst>
                </p14:cNvPr>
                <p14:cNvContentPartPr/>
                <p14:nvPr/>
              </p14:nvContentPartPr>
              <p14:xfrm>
                <a:off x="1438465" y="4456876"/>
                <a:ext cx="5145480" cy="875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BDB4895-83A9-88FB-BAC9-C92CE99BEC4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32345" y="4450756"/>
                  <a:ext cx="515772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6B9FA85-C670-EF7F-967A-3EA470EF8026}"/>
                    </a:ext>
                  </a:extLst>
                </p14:cNvPr>
                <p14:cNvContentPartPr/>
                <p14:nvPr/>
              </p14:nvContentPartPr>
              <p14:xfrm>
                <a:off x="8808025" y="4646956"/>
                <a:ext cx="1004400" cy="444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6B9FA85-C670-EF7F-967A-3EA470EF802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01905" y="4640836"/>
                  <a:ext cx="101664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49182A2-0BF5-E093-F61A-0F7D4B2D0D09}"/>
                    </a:ext>
                  </a:extLst>
                </p14:cNvPr>
                <p14:cNvContentPartPr/>
                <p14:nvPr/>
              </p14:nvContentPartPr>
              <p14:xfrm>
                <a:off x="3711145" y="4081756"/>
                <a:ext cx="5240520" cy="673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49182A2-0BF5-E093-F61A-0F7D4B2D0D0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05025" y="4075636"/>
                  <a:ext cx="5252760" cy="68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44711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6B05A1-E675-1000-C0F1-9676317587EF}"/>
              </a:ext>
            </a:extLst>
          </p:cNvPr>
          <p:cNvSpPr txBox="1"/>
          <p:nvPr/>
        </p:nvSpPr>
        <p:spPr>
          <a:xfrm>
            <a:off x="481263" y="4812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2A01BF-8360-490A-D070-AD353CCDD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836" y="1642813"/>
            <a:ext cx="7716327" cy="3572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2A95CC-E509-3AA2-DC24-B3B1E9550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714" y="5527009"/>
            <a:ext cx="2249869" cy="55879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6C414A2-D281-DD0E-501E-8B71E8F57F28}"/>
                  </a:ext>
                </a:extLst>
              </p14:cNvPr>
              <p14:cNvContentPartPr/>
              <p14:nvPr/>
            </p14:nvContentPartPr>
            <p14:xfrm>
              <a:off x="1356745" y="6256516"/>
              <a:ext cx="36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6C414A2-D281-DD0E-501E-8B71E8F57F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0625" y="625039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2C374BA5-9002-2935-7F22-BB16753944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107" y="5527009"/>
            <a:ext cx="1222850" cy="489140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3482EB63-12B3-C498-EF9E-78634EF3E732}"/>
              </a:ext>
            </a:extLst>
          </p:cNvPr>
          <p:cNvGrpSpPr/>
          <p:nvPr/>
        </p:nvGrpSpPr>
        <p:grpSpPr>
          <a:xfrm>
            <a:off x="4783585" y="5688436"/>
            <a:ext cx="480600" cy="308160"/>
            <a:chOff x="4783585" y="5688436"/>
            <a:chExt cx="48060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7069C81-8176-8C19-BE22-09599D411C8B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7069C81-8176-8C19-BE22-09599D411C8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77465" y="5749636"/>
                  <a:ext cx="3981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152838E-8422-5CCE-1A32-5F990E4EA7B2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152838E-8422-5CCE-1A32-5F990E4EA7B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914625" y="5682316"/>
                  <a:ext cx="125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F646B49-D05E-A312-4282-F928ED55D01E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F646B49-D05E-A312-4282-F928ED55D01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12105" y="5701396"/>
                  <a:ext cx="1396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8D3946E-DE5D-2991-BC49-30B5A7E0C51A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8D3946E-DE5D-2991-BC49-30B5A7E0C51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825705" y="5893996"/>
                  <a:ext cx="44460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DE14D13-65A9-8143-65FE-40C0AEA5639E}"/>
              </a:ext>
            </a:extLst>
          </p:cNvPr>
          <p:cNvGrpSpPr/>
          <p:nvPr/>
        </p:nvGrpSpPr>
        <p:grpSpPr>
          <a:xfrm>
            <a:off x="9683185" y="3955756"/>
            <a:ext cx="341640" cy="274680"/>
            <a:chOff x="9683185" y="3955756"/>
            <a:chExt cx="34164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9499841-AFDF-2E84-18B9-DE76EADD7563}"/>
                    </a:ext>
                  </a:extLst>
                </p14:cNvPr>
                <p14:cNvContentPartPr/>
                <p14:nvPr/>
              </p14:nvContentPartPr>
              <p14:xfrm>
                <a:off x="9692185" y="3965116"/>
                <a:ext cx="201600" cy="211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9499841-AFDF-2E84-18B9-DE76EADD756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686065" y="3958996"/>
                  <a:ext cx="2138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53F9024-37ED-070A-1F88-8A83AB7A9D66}"/>
                    </a:ext>
                  </a:extLst>
                </p14:cNvPr>
                <p14:cNvContentPartPr/>
                <p14:nvPr/>
              </p14:nvContentPartPr>
              <p14:xfrm>
                <a:off x="9683185" y="3955756"/>
                <a:ext cx="163800" cy="244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53F9024-37ED-070A-1F88-8A83AB7A9D6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677065" y="3949636"/>
                  <a:ext cx="1760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4675DF6-3AD4-5ECA-A14D-06815E7D7A30}"/>
                    </a:ext>
                  </a:extLst>
                </p14:cNvPr>
                <p14:cNvContentPartPr/>
                <p14:nvPr/>
              </p14:nvContentPartPr>
              <p14:xfrm>
                <a:off x="9796585" y="3955756"/>
                <a:ext cx="14040" cy="274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4675DF6-3AD4-5ECA-A14D-06815E7D7A3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790465" y="3949636"/>
                  <a:ext cx="262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B3BDBD-4043-167E-0113-21043A31F280}"/>
                    </a:ext>
                  </a:extLst>
                </p14:cNvPr>
                <p14:cNvContentPartPr/>
                <p14:nvPr/>
              </p14:nvContentPartPr>
              <p14:xfrm>
                <a:off x="9700105" y="4100116"/>
                <a:ext cx="324720" cy="39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B3BDBD-4043-167E-0113-21043A31F28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693985" y="4093996"/>
                  <a:ext cx="33696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DD7ED56-F7EE-54A1-4DAF-F47C0A137577}"/>
              </a:ext>
            </a:extLst>
          </p:cNvPr>
          <p:cNvGrpSpPr/>
          <p:nvPr/>
        </p:nvGrpSpPr>
        <p:grpSpPr>
          <a:xfrm>
            <a:off x="8410585" y="2848756"/>
            <a:ext cx="326520" cy="303840"/>
            <a:chOff x="8410585" y="2848756"/>
            <a:chExt cx="32652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1B62434-B4BC-89B8-064E-DD199E5EAFA5}"/>
                    </a:ext>
                  </a:extLst>
                </p14:cNvPr>
                <p14:cNvContentPartPr/>
                <p14:nvPr/>
              </p14:nvContentPartPr>
              <p14:xfrm>
                <a:off x="8499145" y="2877916"/>
                <a:ext cx="173160" cy="195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1B62434-B4BC-89B8-064E-DD199E5EAFA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493025" y="2871796"/>
                  <a:ext cx="1854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AD68A58-C45B-B999-6A2A-F5A019D440FA}"/>
                    </a:ext>
                  </a:extLst>
                </p14:cNvPr>
                <p14:cNvContentPartPr/>
                <p14:nvPr/>
              </p14:nvContentPartPr>
              <p14:xfrm>
                <a:off x="8410585" y="2858476"/>
                <a:ext cx="232920" cy="294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AD68A58-C45B-B999-6A2A-F5A019D440F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404465" y="2852356"/>
                  <a:ext cx="2451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93A3E69-662E-D451-6403-0C4837DCB666}"/>
                    </a:ext>
                  </a:extLst>
                </p14:cNvPr>
                <p14:cNvContentPartPr/>
                <p14:nvPr/>
              </p14:nvContentPartPr>
              <p14:xfrm>
                <a:off x="8554225" y="2848756"/>
                <a:ext cx="41760" cy="246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93A3E69-662E-D451-6403-0C4837DCB66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548105" y="2842636"/>
                  <a:ext cx="540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A2C14E4-A3EF-2883-5EE0-FFABB7565CD1}"/>
                    </a:ext>
                  </a:extLst>
                </p14:cNvPr>
                <p14:cNvContentPartPr/>
                <p14:nvPr/>
              </p14:nvContentPartPr>
              <p14:xfrm>
                <a:off x="8469985" y="2983756"/>
                <a:ext cx="267120" cy="20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A2C14E4-A3EF-2883-5EE0-FFABB7565CD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63865" y="2977636"/>
                  <a:ext cx="279360" cy="32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06F3BC78-7D6C-4E8B-98A8-9FA718CDFE7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723225" y="6256516"/>
            <a:ext cx="2862698" cy="379166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97032CD5-C437-6EE5-0817-931E57B0372E}"/>
              </a:ext>
            </a:extLst>
          </p:cNvPr>
          <p:cNvGrpSpPr/>
          <p:nvPr/>
        </p:nvGrpSpPr>
        <p:grpSpPr>
          <a:xfrm>
            <a:off x="4793845" y="6291739"/>
            <a:ext cx="480600" cy="308160"/>
            <a:chOff x="4783585" y="5688436"/>
            <a:chExt cx="48060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0AD1009-0277-D891-854C-DC8EB8A79293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0AD1009-0277-D891-854C-DC8EB8A7929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77465" y="5749636"/>
                  <a:ext cx="3981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DD2EF79-4D56-1D98-2A8C-E2DECE58858D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DD2EF79-4D56-1D98-2A8C-E2DECE58858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914625" y="5682316"/>
                  <a:ext cx="125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23CC876-98E1-98A3-B3E0-FB0601F05E01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23CC876-98E1-98A3-B3E0-FB0601F05E0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12105" y="5701396"/>
                  <a:ext cx="1396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3BC9C4F-D316-021A-610A-88C1CA84E0DD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3BC9C4F-D316-021A-610A-88C1CA84E0D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825705" y="5893996"/>
                  <a:ext cx="44460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63F2B53-C4DB-3D66-603C-61C0603B50FC}"/>
              </a:ext>
            </a:extLst>
          </p:cNvPr>
          <p:cNvGrpSpPr/>
          <p:nvPr/>
        </p:nvGrpSpPr>
        <p:grpSpPr>
          <a:xfrm>
            <a:off x="5282027" y="6275179"/>
            <a:ext cx="480600" cy="308160"/>
            <a:chOff x="4783585" y="5688436"/>
            <a:chExt cx="48060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C3EDA9E-BB24-C130-0CD3-D31F7148561D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C3EDA9E-BB24-C130-0CD3-D31F7148561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77465" y="5749636"/>
                  <a:ext cx="3981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0DD8408-0FB9-26D1-4F45-C29FEEC97DBE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0DD8408-0FB9-26D1-4F45-C29FEEC97DB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914625" y="5682316"/>
                  <a:ext cx="125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A5E0E5C-CB2A-4909-D68A-28042D08EB47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A5E0E5C-CB2A-4909-D68A-28042D08EB4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12105" y="5701396"/>
                  <a:ext cx="1396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C0F4EFC-07DB-9409-69C7-9A12F3A28D23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C0F4EFC-07DB-9409-69C7-9A12F3A28D2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825705" y="5893996"/>
                  <a:ext cx="44460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EE9C4C8-61BA-B515-C265-A3585BE0B134}"/>
              </a:ext>
            </a:extLst>
          </p:cNvPr>
          <p:cNvGrpSpPr/>
          <p:nvPr/>
        </p:nvGrpSpPr>
        <p:grpSpPr>
          <a:xfrm>
            <a:off x="8474347" y="3799080"/>
            <a:ext cx="262758" cy="168480"/>
            <a:chOff x="4783585" y="5688436"/>
            <a:chExt cx="48060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075F35F-965B-B1CD-5B3B-35DC4F59928F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075F35F-965B-B1CD-5B3B-35DC4F59928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72408" y="5744568"/>
                  <a:ext cx="408273" cy="190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45A3E69-1404-0C5E-D935-171D9606D896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45A3E69-1404-0C5E-D935-171D9606D89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09602" y="5677246"/>
                  <a:ext cx="135687" cy="3139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9440844-27A1-6DDE-05EA-CBE3D4B04F38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9440844-27A1-6DDE-05EA-CBE3D4B04F3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07058" y="5696322"/>
                  <a:ext cx="149775" cy="311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2849180-C407-51A8-9811-60E06D0F3529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2849180-C407-51A8-9811-60E06D0F352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20638" y="5888964"/>
                  <a:ext cx="454735" cy="5182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5B30687-F3DB-0842-3E88-70A5B044C568}"/>
              </a:ext>
            </a:extLst>
          </p:cNvPr>
          <p:cNvGrpSpPr/>
          <p:nvPr/>
        </p:nvGrpSpPr>
        <p:grpSpPr>
          <a:xfrm>
            <a:off x="8719241" y="3801600"/>
            <a:ext cx="262758" cy="168480"/>
            <a:chOff x="4783585" y="5688436"/>
            <a:chExt cx="48060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7921156-3A34-9916-D154-B07A743D952C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7921156-3A34-9916-D154-B07A743D952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72408" y="5744568"/>
                  <a:ext cx="408273" cy="190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AAAC68A-DB7E-59B6-FD31-AB4E75381291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AAAC68A-DB7E-59B6-FD31-AB4E7538129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09602" y="5677246"/>
                  <a:ext cx="135687" cy="3139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547DE2F-F242-7DC1-424A-FBCEABAA3A7E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547DE2F-F242-7DC1-424A-FBCEABAA3A7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07058" y="5696322"/>
                  <a:ext cx="149775" cy="311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16C81F0-0A59-0C8E-0842-2884FAD3B3C6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16C81F0-0A59-0C8E-0842-2884FAD3B3C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20638" y="5888964"/>
                  <a:ext cx="454735" cy="5182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4E8AE73-B678-B8EB-C59E-F6C2E1CF9740}"/>
              </a:ext>
            </a:extLst>
          </p:cNvPr>
          <p:cNvGrpSpPr/>
          <p:nvPr/>
        </p:nvGrpSpPr>
        <p:grpSpPr>
          <a:xfrm>
            <a:off x="2299585" y="4601483"/>
            <a:ext cx="262758" cy="168480"/>
            <a:chOff x="4783585" y="5688436"/>
            <a:chExt cx="48060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D161B18-AE63-DABB-2D36-76B5AD92FC92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D161B18-AE63-DABB-2D36-76B5AD92FC9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72408" y="5744568"/>
                  <a:ext cx="408273" cy="190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12203B4-D073-2609-B5A8-5E44190F533E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12203B4-D073-2609-B5A8-5E44190F533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09602" y="5677246"/>
                  <a:ext cx="135687" cy="3139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8DA0544-77BC-E78C-DFE9-841D41F660C4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8DA0544-77BC-E78C-DFE9-841D41F660C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07058" y="5696322"/>
                  <a:ext cx="149775" cy="311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0EC32F3-0C2C-356E-5A77-2EF177989044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0EC32F3-0C2C-356E-5A77-2EF17798904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20638" y="5888964"/>
                  <a:ext cx="454735" cy="5182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C7447AF-C756-D710-D1A6-0CFE70C0CB90}"/>
              </a:ext>
            </a:extLst>
          </p:cNvPr>
          <p:cNvGrpSpPr/>
          <p:nvPr/>
        </p:nvGrpSpPr>
        <p:grpSpPr>
          <a:xfrm>
            <a:off x="2544479" y="4604003"/>
            <a:ext cx="262758" cy="168480"/>
            <a:chOff x="4783585" y="5688436"/>
            <a:chExt cx="48060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11858B7-DCF0-68E3-623E-D232CE136DDD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11858B7-DCF0-68E3-623E-D232CE136DD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72408" y="5744568"/>
                  <a:ext cx="408273" cy="190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B7E9E62-64B2-2787-5DEA-42E46B2DEDDA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B7E9E62-64B2-2787-5DEA-42E46B2DEDD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09602" y="5677246"/>
                  <a:ext cx="135687" cy="3139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8760B30-F790-BD60-7EC5-88046AE6A275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8760B30-F790-BD60-7EC5-88046AE6A2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07058" y="5696322"/>
                  <a:ext cx="149775" cy="311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88C41C2-8CDA-9CFC-EA40-BD624FBEE02D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88C41C2-8CDA-9CFC-EA40-BD624FBEE02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20638" y="5888964"/>
                  <a:ext cx="454735" cy="5182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69145BA-832E-FF6C-7F93-F0B50A20BC74}"/>
              </a:ext>
            </a:extLst>
          </p:cNvPr>
          <p:cNvGrpSpPr/>
          <p:nvPr/>
        </p:nvGrpSpPr>
        <p:grpSpPr>
          <a:xfrm>
            <a:off x="1530265" y="3955756"/>
            <a:ext cx="1619640" cy="828360"/>
            <a:chOff x="1530265" y="3955756"/>
            <a:chExt cx="1619640" cy="82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9D72788-E01A-C5E4-3F8D-44FD9031A347}"/>
                    </a:ext>
                  </a:extLst>
                </p14:cNvPr>
                <p14:cNvContentPartPr/>
                <p14:nvPr/>
              </p14:nvContentPartPr>
              <p14:xfrm>
                <a:off x="2259985" y="3955756"/>
                <a:ext cx="667440" cy="405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9D72788-E01A-C5E4-3F8D-44FD9031A34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53865" y="3949636"/>
                  <a:ext cx="67968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E189ECB-C823-64BC-9360-5CAF0D6A6913}"/>
                    </a:ext>
                  </a:extLst>
                </p14:cNvPr>
                <p14:cNvContentPartPr/>
                <p14:nvPr/>
              </p14:nvContentPartPr>
              <p14:xfrm>
                <a:off x="1809265" y="4013356"/>
                <a:ext cx="490320" cy="174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E189ECB-C823-64BC-9360-5CAF0D6A691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03145" y="4007236"/>
                  <a:ext cx="502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76FE032-072F-ED87-FBB0-DA6B58501C5F}"/>
                    </a:ext>
                  </a:extLst>
                </p14:cNvPr>
                <p14:cNvContentPartPr/>
                <p14:nvPr/>
              </p14:nvContentPartPr>
              <p14:xfrm>
                <a:off x="1578505" y="4081036"/>
                <a:ext cx="166680" cy="122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76FE032-072F-ED87-FBB0-DA6B58501C5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572385" y="4074916"/>
                  <a:ext cx="178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F63AE72-0E4B-5D77-1F9E-57E960082665}"/>
                    </a:ext>
                  </a:extLst>
                </p14:cNvPr>
                <p14:cNvContentPartPr/>
                <p14:nvPr/>
              </p14:nvContentPartPr>
              <p14:xfrm>
                <a:off x="1633945" y="4052236"/>
                <a:ext cx="89280" cy="173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F63AE72-0E4B-5D77-1F9E-57E96008266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27825" y="4046116"/>
                  <a:ext cx="101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5F2CBB7-30F9-ACBD-77DF-6441F556A659}"/>
                    </a:ext>
                  </a:extLst>
                </p14:cNvPr>
                <p14:cNvContentPartPr/>
                <p14:nvPr/>
              </p14:nvContentPartPr>
              <p14:xfrm>
                <a:off x="1664905" y="4042516"/>
                <a:ext cx="38520" cy="173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5F2CBB7-30F9-ACBD-77DF-6441F556A65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58785" y="4036396"/>
                  <a:ext cx="50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5C47E91-EF55-1F69-7785-0965F5E006E9}"/>
                    </a:ext>
                  </a:extLst>
                </p14:cNvPr>
                <p14:cNvContentPartPr/>
                <p14:nvPr/>
              </p14:nvContentPartPr>
              <p14:xfrm>
                <a:off x="1530265" y="4148356"/>
                <a:ext cx="327240" cy="20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5C47E91-EF55-1F69-7785-0965F5E006E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24145" y="4142236"/>
                  <a:ext cx="339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E3B72F4-EBE6-13EA-8160-AA892D089834}"/>
                    </a:ext>
                  </a:extLst>
                </p14:cNvPr>
                <p14:cNvContentPartPr/>
                <p14:nvPr/>
              </p14:nvContentPartPr>
              <p14:xfrm>
                <a:off x="2567425" y="4291636"/>
                <a:ext cx="582480" cy="281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E3B72F4-EBE6-13EA-8160-AA892D08983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61305" y="4285516"/>
                  <a:ext cx="5947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A4978C2-CACA-33EB-8401-4F45ABDE5FEA}"/>
                    </a:ext>
                  </a:extLst>
                </p14:cNvPr>
                <p14:cNvContentPartPr/>
                <p14:nvPr/>
              </p14:nvContentPartPr>
              <p14:xfrm>
                <a:off x="2830945" y="4591156"/>
                <a:ext cx="163800" cy="192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A4978C2-CACA-33EB-8401-4F45ABDE5FE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824825" y="4585036"/>
                  <a:ext cx="176040" cy="2052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93" name="Picture 92">
            <a:extLst>
              <a:ext uri="{FF2B5EF4-FFF2-40B4-BE49-F238E27FC236}">
                <a16:creationId xmlns:a16="http://schemas.microsoft.com/office/drawing/2014/main" id="{0C816464-0BE7-B54B-0575-AF4C4D2759DA}"/>
              </a:ext>
            </a:extLst>
      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8375175" y="4211693"/>
            <a:ext cx="1272346" cy="739946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EE257875-186F-CD5C-6436-E6A10FF13E6A}"/>
              </a:ext>
            </a:extLst>
          </p:cNvPr>
          <p:cNvGrpSpPr/>
          <p:nvPr/>
        </p:nvGrpSpPr>
        <p:grpSpPr>
          <a:xfrm>
            <a:off x="9447916" y="4558652"/>
            <a:ext cx="262758" cy="168480"/>
            <a:chOff x="4783585" y="5688436"/>
            <a:chExt cx="48060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3A080FF-EA3F-81D4-CE23-C2B23E96FC67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3A080FF-EA3F-81D4-CE23-C2B23E96FC6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72408" y="5744568"/>
                  <a:ext cx="408273" cy="190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B25F1F1-1D12-61EE-61E1-C54FC449F8F7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B25F1F1-1D12-61EE-61E1-C54FC449F8F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09602" y="5677246"/>
                  <a:ext cx="135687" cy="3139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89E4785-9DD8-EF2E-C08D-6F8E79C3C23D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89E4785-9DD8-EF2E-C08D-6F8E79C3C23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07058" y="5696322"/>
                  <a:ext cx="149775" cy="311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AE6C1D4-70AB-78AC-31E5-BA562E7FCE2D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AE6C1D4-70AB-78AC-31E5-BA562E7FCE2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20638" y="5888964"/>
                  <a:ext cx="454735" cy="5182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6ECC27F-7AAC-F572-7503-D07D68DE83B1}"/>
              </a:ext>
            </a:extLst>
          </p:cNvPr>
          <p:cNvGrpSpPr/>
          <p:nvPr/>
        </p:nvGrpSpPr>
        <p:grpSpPr>
          <a:xfrm>
            <a:off x="9692810" y="4561172"/>
            <a:ext cx="262758" cy="168480"/>
            <a:chOff x="4783585" y="5688436"/>
            <a:chExt cx="48060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32F6BAC-89B1-2197-B3A1-466A02D9F7D3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32F6BAC-89B1-2197-B3A1-466A02D9F7D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72408" y="5744568"/>
                  <a:ext cx="408273" cy="190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E8D7A98-3203-7EA0-8B91-1765F864B484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E8D7A98-3203-7EA0-8B91-1765F864B4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09602" y="5677246"/>
                  <a:ext cx="135687" cy="3139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12F46FF-6224-9318-17D9-4CA8A5673D32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12F46FF-6224-9318-17D9-4CA8A5673D3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07058" y="5696322"/>
                  <a:ext cx="149775" cy="311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48D8E8C-03AC-BA45-BDBA-97FD2B2160A5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48D8E8C-03AC-BA45-BDBA-97FD2B2160A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20638" y="5888964"/>
                  <a:ext cx="454735" cy="51824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82356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AEC013-B8FB-6601-2E80-DA2AD15EF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6339A6A-7F2E-CF08-D62A-DA9B7B9353FD}"/>
                  </a:ext>
                </a:extLst>
              </p14:cNvPr>
              <p14:cNvContentPartPr/>
              <p14:nvPr/>
            </p14:nvContentPartPr>
            <p14:xfrm>
              <a:off x="8469625" y="1519276"/>
              <a:ext cx="3447720" cy="637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6339A6A-7F2E-CF08-D62A-DA9B7B9353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63505" y="1513156"/>
                <a:ext cx="3459960" cy="65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8FE22F0-9A23-D400-3972-F9AB8FE6F7C3}"/>
                  </a:ext>
                </a:extLst>
              </p14:cNvPr>
              <p14:cNvContentPartPr/>
              <p14:nvPr/>
            </p14:nvContentPartPr>
            <p14:xfrm>
              <a:off x="7707865" y="1784596"/>
              <a:ext cx="704520" cy="209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8FE22F0-9A23-D400-3972-F9AB8FE6F7C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01745" y="1778476"/>
                <a:ext cx="7167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6369DCC-72F0-398B-09F0-D65C322FBD82}"/>
                  </a:ext>
                </a:extLst>
              </p14:cNvPr>
              <p14:cNvContentPartPr/>
              <p14:nvPr/>
            </p14:nvContentPartPr>
            <p14:xfrm>
              <a:off x="5063665" y="2030836"/>
              <a:ext cx="7000920" cy="3885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6369DCC-72F0-398B-09F0-D65C322FBD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57545" y="2024716"/>
                <a:ext cx="7013160" cy="389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D135300-862C-AB63-0425-8F7C5ADEDECE}"/>
              </a:ext>
            </a:extLst>
          </p:cNvPr>
          <p:cNvGrpSpPr/>
          <p:nvPr/>
        </p:nvGrpSpPr>
        <p:grpSpPr>
          <a:xfrm>
            <a:off x="526968" y="1506816"/>
            <a:ext cx="2783160" cy="670320"/>
            <a:chOff x="526968" y="1506816"/>
            <a:chExt cx="2783160" cy="67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E8FD40C-1F35-A137-F5F9-ED1FD5AF1013}"/>
                    </a:ext>
                  </a:extLst>
                </p14:cNvPr>
                <p14:cNvContentPartPr/>
                <p14:nvPr/>
              </p14:nvContentPartPr>
              <p14:xfrm>
                <a:off x="526968" y="1506816"/>
                <a:ext cx="2783160" cy="670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E8FD40C-1F35-A137-F5F9-ED1FD5AF101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0848" y="1500696"/>
                  <a:ext cx="2795400" cy="68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7E19579-2B96-EC52-C7FA-13C3817FB057}"/>
                    </a:ext>
                  </a:extLst>
                </p14:cNvPr>
                <p14:cNvContentPartPr/>
                <p14:nvPr/>
              </p14:nvContentPartPr>
              <p14:xfrm>
                <a:off x="1097208" y="1956816"/>
                <a:ext cx="147960" cy="198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7E19579-2B96-EC52-C7FA-13C3817FB05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91088" y="1950696"/>
                  <a:ext cx="160200" cy="210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90735AF-7CA1-F624-7A52-A753D1774631}"/>
              </a:ext>
            </a:extLst>
          </p:cNvPr>
          <p:cNvSpPr txBox="1"/>
          <p:nvPr/>
        </p:nvSpPr>
        <p:spPr>
          <a:xfrm>
            <a:off x="166086" y="197799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34427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AD4D26-58B7-6301-5492-BEF9CA6A5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0"/>
            <a:ext cx="12192000" cy="68552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FFB2C4-6D4F-2F01-969B-1D3EB975DC63}"/>
              </a:ext>
            </a:extLst>
          </p:cNvPr>
          <p:cNvSpPr txBox="1"/>
          <p:nvPr/>
        </p:nvSpPr>
        <p:spPr>
          <a:xfrm>
            <a:off x="166086" y="197799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E7DBBA-BEB8-7847-AF7A-8B59B9147356}"/>
              </a:ext>
            </a:extLst>
          </p:cNvPr>
          <p:cNvSpPr/>
          <p:nvPr/>
        </p:nvSpPr>
        <p:spPr>
          <a:xfrm>
            <a:off x="4078224" y="564882"/>
            <a:ext cx="4160520" cy="385389"/>
          </a:xfrm>
          <a:prstGeom prst="rect">
            <a:avLst/>
          </a:prstGeom>
          <a:solidFill>
            <a:srgbClr val="6C7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9DAFA92-5E81-FD23-1088-8C9919E66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3592" y="397854"/>
            <a:ext cx="607161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Adaptive Lighting Dashboard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91BCB01-BB6F-D37A-D853-8241D2F2FCF4}"/>
                  </a:ext>
                </a:extLst>
              </p14:cNvPr>
              <p14:cNvContentPartPr/>
              <p14:nvPr/>
            </p14:nvContentPartPr>
            <p14:xfrm>
              <a:off x="1014048" y="43776"/>
              <a:ext cx="8689680" cy="11905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91BCB01-BB6F-D37A-D853-8241D2F2FC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7928" y="37656"/>
                <a:ext cx="8701920" cy="12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3DC868F-3274-9332-F05A-5D263C274127}"/>
                  </a:ext>
                </a:extLst>
              </p14:cNvPr>
              <p14:cNvContentPartPr/>
              <p14:nvPr/>
            </p14:nvContentPartPr>
            <p14:xfrm>
              <a:off x="2935008" y="740376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3DC868F-3274-9332-F05A-5D263C27412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28888" y="734256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4925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A121CE-5601-3D68-0E12-8D8CC6E59D0D}"/>
              </a:ext>
            </a:extLst>
          </p:cNvPr>
          <p:cNvSpPr txBox="1"/>
          <p:nvPr/>
        </p:nvSpPr>
        <p:spPr>
          <a:xfrm>
            <a:off x="481263" y="4812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84C2B1-A55A-0303-90CF-1BDC83664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" y="850595"/>
            <a:ext cx="7808976" cy="43907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A11AAD-7154-8BEE-0129-1DE8230FCD41}"/>
                  </a:ext>
                </a:extLst>
              </p14:cNvPr>
              <p14:cNvContentPartPr/>
              <p14:nvPr/>
            </p14:nvContentPartPr>
            <p14:xfrm>
              <a:off x="1078848" y="3648456"/>
              <a:ext cx="2012040" cy="1308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A11AAD-7154-8BEE-0129-1DE8230FCD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2728" y="3642336"/>
                <a:ext cx="2024280" cy="13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DF156E-4695-30CB-2BDF-52E31402BD2A}"/>
                  </a:ext>
                </a:extLst>
              </p14:cNvPr>
              <p14:cNvContentPartPr/>
              <p14:nvPr/>
            </p14:nvContentPartPr>
            <p14:xfrm>
              <a:off x="1005408" y="1085976"/>
              <a:ext cx="2197440" cy="2534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DF156E-4695-30CB-2BDF-52E31402BD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9288" y="1079856"/>
                <a:ext cx="2209680" cy="254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4A56D44-7E91-88B6-0121-1F848071BF93}"/>
                  </a:ext>
                </a:extLst>
              </p14:cNvPr>
              <p14:cNvContentPartPr/>
              <p14:nvPr/>
            </p14:nvContentPartPr>
            <p14:xfrm>
              <a:off x="1936368" y="3874896"/>
              <a:ext cx="790200" cy="515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4A56D44-7E91-88B6-0121-1F848071BF9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30248" y="3868776"/>
                <a:ext cx="802440" cy="52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2587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6B2DC3-64E9-A26B-7F8E-ADB39EF3B392}"/>
              </a:ext>
            </a:extLst>
          </p:cNvPr>
          <p:cNvSpPr txBox="1"/>
          <p:nvPr/>
        </p:nvSpPr>
        <p:spPr>
          <a:xfrm>
            <a:off x="481263" y="4812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DA4E5-DB9E-3944-1951-471868C4F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850595"/>
            <a:ext cx="9628632" cy="536369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C8A6BFF-CBC1-C326-A2CF-BB136CC2B16E}"/>
                  </a:ext>
                </a:extLst>
              </p14:cNvPr>
              <p14:cNvContentPartPr/>
              <p14:nvPr/>
            </p14:nvContentPartPr>
            <p14:xfrm>
              <a:off x="6940728" y="3171456"/>
              <a:ext cx="1446120" cy="1109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C8A6BFF-CBC1-C326-A2CF-BB136CC2B1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34608" y="3165336"/>
                <a:ext cx="1458360" cy="11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241FA5D-BAF5-BA7B-AC54-4537A38EBFA0}"/>
                  </a:ext>
                </a:extLst>
              </p14:cNvPr>
              <p14:cNvContentPartPr/>
              <p14:nvPr/>
            </p14:nvContentPartPr>
            <p14:xfrm>
              <a:off x="9210888" y="2285856"/>
              <a:ext cx="2164320" cy="2991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241FA5D-BAF5-BA7B-AC54-4537A38EBFA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04768" y="2279736"/>
                <a:ext cx="2176560" cy="300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C7286BA4-2F97-3ED0-ADD2-4DDD19E0EFF5}"/>
              </a:ext>
            </a:extLst>
          </p:cNvPr>
          <p:cNvGrpSpPr/>
          <p:nvPr/>
        </p:nvGrpSpPr>
        <p:grpSpPr>
          <a:xfrm>
            <a:off x="5496408" y="146736"/>
            <a:ext cx="2643480" cy="4880520"/>
            <a:chOff x="5496408" y="146736"/>
            <a:chExt cx="2643480" cy="488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9E7EBDC-0358-D531-5F66-D5C99B48ED20}"/>
                    </a:ext>
                  </a:extLst>
                </p14:cNvPr>
                <p14:cNvContentPartPr/>
                <p14:nvPr/>
              </p14:nvContentPartPr>
              <p14:xfrm>
                <a:off x="7333128" y="2852136"/>
                <a:ext cx="788040" cy="294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9E7EBDC-0358-D531-5F66-D5C99B48ED2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27008" y="2846016"/>
                  <a:ext cx="8002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04343B-016E-EFFE-E2BA-C207CC1F57F8}"/>
                    </a:ext>
                  </a:extLst>
                </p14:cNvPr>
                <p14:cNvContentPartPr/>
                <p14:nvPr/>
              </p14:nvContentPartPr>
              <p14:xfrm>
                <a:off x="7323408" y="4214376"/>
                <a:ext cx="816480" cy="350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04343B-016E-EFFE-E2BA-C207CC1F57F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317288" y="4208256"/>
                  <a:ext cx="8287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6BA38B6-C65A-4BC5-8664-F969890991A3}"/>
                    </a:ext>
                  </a:extLst>
                </p14:cNvPr>
                <p14:cNvContentPartPr/>
                <p14:nvPr/>
              </p14:nvContentPartPr>
              <p14:xfrm>
                <a:off x="7523568" y="4744296"/>
                <a:ext cx="452160" cy="282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6BA38B6-C65A-4BC5-8664-F969890991A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17448" y="4738176"/>
                  <a:ext cx="4644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6743A3-BAC8-9E36-18D2-E8D04AE2C191}"/>
                    </a:ext>
                  </a:extLst>
                </p14:cNvPr>
                <p14:cNvContentPartPr/>
                <p14:nvPr/>
              </p14:nvContentPartPr>
              <p14:xfrm>
                <a:off x="6492168" y="392976"/>
                <a:ext cx="952200" cy="2655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6743A3-BAC8-9E36-18D2-E8D04AE2C19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86048" y="386856"/>
                  <a:ext cx="964440" cy="266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04466AA-9210-BB54-8DE0-5997F02E470B}"/>
                    </a:ext>
                  </a:extLst>
                </p14:cNvPr>
                <p14:cNvContentPartPr/>
                <p14:nvPr/>
              </p14:nvContentPartPr>
              <p14:xfrm>
                <a:off x="6170688" y="264816"/>
                <a:ext cx="1180080" cy="4149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04466AA-9210-BB54-8DE0-5997F02E470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64568" y="258696"/>
                  <a:ext cx="1192320" cy="41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2724C36-D260-F2BD-BFF1-E4B4D5FDB55D}"/>
                    </a:ext>
                  </a:extLst>
                </p14:cNvPr>
                <p14:cNvContentPartPr/>
                <p14:nvPr/>
              </p14:nvContentPartPr>
              <p14:xfrm>
                <a:off x="5496408" y="255816"/>
                <a:ext cx="2119320" cy="4644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2724C36-D260-F2BD-BFF1-E4B4D5FDB55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90288" y="249696"/>
                  <a:ext cx="2131560" cy="46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BB614BD-3F0A-8262-6B8E-32B5DB664C62}"/>
                    </a:ext>
                  </a:extLst>
                </p14:cNvPr>
                <p14:cNvContentPartPr/>
                <p14:nvPr/>
              </p14:nvContentPartPr>
              <p14:xfrm>
                <a:off x="6537528" y="146736"/>
                <a:ext cx="159840" cy="174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BB614BD-3F0A-8262-6B8E-32B5DB664C6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31408" y="140616"/>
                  <a:ext cx="17208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399B8C-23A4-D1A4-E2C6-47C9DF9F91FB}"/>
              </a:ext>
            </a:extLst>
          </p:cNvPr>
          <p:cNvGrpSpPr/>
          <p:nvPr/>
        </p:nvGrpSpPr>
        <p:grpSpPr>
          <a:xfrm>
            <a:off x="6362208" y="1707696"/>
            <a:ext cx="5406840" cy="3832920"/>
            <a:chOff x="6362208" y="1707696"/>
            <a:chExt cx="5406840" cy="38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BD1C3E-B71C-D250-D4AD-2D05699BF4E5}"/>
                    </a:ext>
                  </a:extLst>
                </p14:cNvPr>
                <p14:cNvContentPartPr/>
                <p14:nvPr/>
              </p14:nvContentPartPr>
              <p14:xfrm>
                <a:off x="6362208" y="4718016"/>
                <a:ext cx="1741680" cy="822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3BD1C3E-B71C-D250-D4AD-2D05699BF4E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356088" y="4711896"/>
                  <a:ext cx="1753920" cy="83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1280B5E-5B29-44F6-79E0-9CE495BF2765}"/>
                    </a:ext>
                  </a:extLst>
                </p14:cNvPr>
                <p14:cNvContentPartPr/>
                <p14:nvPr/>
              </p14:nvContentPartPr>
              <p14:xfrm>
                <a:off x="7971768" y="4674096"/>
                <a:ext cx="1283760" cy="630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1280B5E-5B29-44F6-79E0-9CE495BF276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65648" y="4667976"/>
                  <a:ext cx="129600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CCA7FF6-7DCB-805F-1BDB-98AE637B24E7}"/>
                    </a:ext>
                  </a:extLst>
                </p14:cNvPr>
                <p14:cNvContentPartPr/>
                <p14:nvPr/>
              </p14:nvContentPartPr>
              <p14:xfrm>
                <a:off x="8147808" y="2285856"/>
                <a:ext cx="3108600" cy="1052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CCA7FF6-7DCB-805F-1BDB-98AE637B24E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141688" y="2279736"/>
                  <a:ext cx="3120840" cy="10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07AF6F7-2691-A36D-40E0-82A2B366F4C2}"/>
                    </a:ext>
                  </a:extLst>
                </p14:cNvPr>
                <p14:cNvContentPartPr/>
                <p14:nvPr/>
              </p14:nvContentPartPr>
              <p14:xfrm>
                <a:off x="7598088" y="2303856"/>
                <a:ext cx="3658320" cy="2383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07AF6F7-2691-A36D-40E0-82A2B366F4C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591968" y="2297736"/>
                  <a:ext cx="3670560" cy="23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181A903-4A12-51A6-6A3C-68AF91F0823D}"/>
                    </a:ext>
                  </a:extLst>
                </p14:cNvPr>
                <p14:cNvContentPartPr/>
                <p14:nvPr/>
              </p14:nvContentPartPr>
              <p14:xfrm>
                <a:off x="11385288" y="1707696"/>
                <a:ext cx="383760" cy="533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181A903-4A12-51A6-6A3C-68AF91F0823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379168" y="1701576"/>
                  <a:ext cx="396000" cy="545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96986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355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Timur Akhmetshin</dc:creator>
  <cp:lastModifiedBy>Timur Akhmetshin</cp:lastModifiedBy>
  <cp:revision>1</cp:revision>
  <dcterms:created xsi:type="dcterms:W3CDTF">2025-08-08T17:05:08Z</dcterms:created>
  <dcterms:modified xsi:type="dcterms:W3CDTF">2025-08-29T07:12:23Z</dcterms:modified>
</cp:coreProperties>
</file>